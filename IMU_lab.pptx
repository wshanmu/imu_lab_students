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notesMasterIdLst>
    <p:notesMasterId r:id="rId13"/>
  </p:notesMasterIdLst>
  <p:sldIdLst>
    <p:sldId id="258" r:id="rId2"/>
    <p:sldId id="274" r:id="rId3"/>
    <p:sldId id="265" r:id="rId4"/>
    <p:sldId id="275" r:id="rId5"/>
    <p:sldId id="267" r:id="rId6"/>
    <p:sldId id="268" r:id="rId7"/>
    <p:sldId id="269" r:id="rId8"/>
    <p:sldId id="270" r:id="rId9"/>
    <p:sldId id="272" r:id="rId10"/>
    <p:sldId id="273" r:id="rId11"/>
    <p:sldId id="27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11340721-C683-1B44-BCB0-B80E2189B28E}">
          <p14:sldIdLst>
            <p14:sldId id="258"/>
            <p14:sldId id="274"/>
            <p14:sldId id="265"/>
            <p14:sldId id="275"/>
            <p14:sldId id="267"/>
            <p14:sldId id="268"/>
            <p14:sldId id="269"/>
            <p14:sldId id="270"/>
            <p14:sldId id="272"/>
            <p14:sldId id="273"/>
            <p14:sldId id="276"/>
          </p14:sldIdLst>
        </p14:section>
        <p14:section name="Untitled Section" id="{6E9952B0-E41B-7C4A-9108-3C7085254160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059AB"/>
    <a:srgbClr val="ACBDDE"/>
    <a:srgbClr val="F4F2F1"/>
    <a:srgbClr val="FCF7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643"/>
    <p:restoredTop sz="94653"/>
  </p:normalViewPr>
  <p:slideViewPr>
    <p:cSldViewPr snapToGrid="0">
      <p:cViewPr>
        <p:scale>
          <a:sx n="107" d="100"/>
          <a:sy n="107" d="100"/>
        </p:scale>
        <p:origin x="560" y="4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85D71F-E5E6-E549-B68B-A426269638DD}" type="datetimeFigureOut">
              <a:rPr lang="en-US" smtClean="0"/>
              <a:t>7/8/26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41B7F6-E643-2344-9D08-71C89279FB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7694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F38384-E08B-8BDC-0EFD-A5FADAA9BE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199" y="1122363"/>
            <a:ext cx="10913533" cy="2387600"/>
          </a:xfrm>
        </p:spPr>
        <p:txBody>
          <a:bodyPr anchor="b">
            <a:noAutofit/>
          </a:bodyPr>
          <a:lstStyle>
            <a:lvl1pPr algn="l">
              <a:defRPr lang="en-US" sz="5400" b="0" i="0" smtClean="0">
                <a:solidFill>
                  <a:srgbClr val="3059AB"/>
                </a:solidFill>
                <a:effectLst/>
                <a:latin typeface="Fira Sans" panose="020B0503050000020004" pitchFamily="34" charset="0"/>
              </a:defRPr>
            </a:lvl1pPr>
          </a:lstStyle>
          <a:p>
            <a:r>
              <a:rPr lang="en-US">
                <a:solidFill>
                  <a:srgbClr val="1D1C1D"/>
                </a:solidFill>
                <a:effectLst/>
              </a:rPr>
              <a:t>Click to edit Master title style</a:t>
            </a:r>
            <a:endParaRPr lang="en-US" dirty="0">
              <a:solidFill>
                <a:srgbClr val="1D1C1D"/>
              </a:solidFill>
              <a:effectLst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4F0237-C27F-D2BF-32BA-35F02AD415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197" y="3923452"/>
            <a:ext cx="7509935" cy="1334348"/>
          </a:xfrm>
        </p:spPr>
        <p:txBody>
          <a:bodyPr/>
          <a:lstStyle>
            <a:lvl1pPr marL="0" indent="0" algn="l">
              <a:buNone/>
              <a:defRPr sz="2400" b="0" i="0">
                <a:latin typeface="Fira Sans Light" panose="020B04030500000200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C7ED1C1-3A27-E77C-08F3-63AC0CCC969F}"/>
              </a:ext>
            </a:extLst>
          </p:cNvPr>
          <p:cNvSpPr/>
          <p:nvPr/>
        </p:nvSpPr>
        <p:spPr>
          <a:xfrm>
            <a:off x="838198" y="3533140"/>
            <a:ext cx="10515600" cy="45720"/>
          </a:xfrm>
          <a:prstGeom prst="rect">
            <a:avLst/>
          </a:prstGeom>
          <a:solidFill>
            <a:srgbClr val="3059A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5A568A98-6752-B1E3-9B17-94266C2E271F}"/>
              </a:ext>
            </a:extLst>
          </p:cNvPr>
          <p:cNvSpPr txBox="1">
            <a:spLocks/>
          </p:cNvSpPr>
          <p:nvPr/>
        </p:nvSpPr>
        <p:spPr>
          <a:xfrm>
            <a:off x="8771467" y="3923451"/>
            <a:ext cx="3014132" cy="20193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0" i="0" kern="1200">
                <a:solidFill>
                  <a:schemeClr val="tx1"/>
                </a:solidFill>
                <a:latin typeface="Fira Sans Light" panose="020B0403050000020004" pitchFamily="34" charset="0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tx1"/>
                </a:solidFill>
                <a:latin typeface="Fira Sans" panose="020B0503050000020004" pitchFamily="34" charset="0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Fira Sans" panose="020B0503050000020004" pitchFamily="34" charset="0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tx1"/>
                </a:solidFill>
                <a:latin typeface="Fira Sans" panose="020B0503050000020004" pitchFamily="34" charset="0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tx1"/>
                </a:solidFill>
                <a:latin typeface="Fira Sans" panose="020B0503050000020004" pitchFamily="34" charset="0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E028ADA-D81B-6988-C793-C4D5E561A897}"/>
              </a:ext>
            </a:extLst>
          </p:cNvPr>
          <p:cNvSpPr/>
          <p:nvPr userDrawn="1"/>
        </p:nvSpPr>
        <p:spPr>
          <a:xfrm>
            <a:off x="838198" y="3533140"/>
            <a:ext cx="10515600" cy="45720"/>
          </a:xfrm>
          <a:prstGeom prst="rect">
            <a:avLst/>
          </a:prstGeom>
          <a:solidFill>
            <a:srgbClr val="3059A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EB632DE-B5E4-4532-696A-35E11EE3C37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23301" r="29426" b="37580"/>
          <a:stretch/>
        </p:blipFill>
        <p:spPr>
          <a:xfrm>
            <a:off x="8505153" y="6073684"/>
            <a:ext cx="3546760" cy="668897"/>
          </a:xfrm>
          <a:prstGeom prst="rect">
            <a:avLst/>
          </a:prstGeom>
        </p:spPr>
      </p:pic>
      <p:pic>
        <p:nvPicPr>
          <p:cNvPr id="6" name="Picture 2" descr="tyleguide Computer Science Logo | UCLA Samueli School Of Engineering">
            <a:extLst>
              <a:ext uri="{FF2B5EF4-FFF2-40B4-BE49-F238E27FC236}">
                <a16:creationId xmlns:a16="http://schemas.microsoft.com/office/drawing/2014/main" id="{E93E0461-2F47-38DF-E097-38C701ABB27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942769"/>
            <a:ext cx="4441646" cy="9307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Subtitle 2">
            <a:extLst>
              <a:ext uri="{FF2B5EF4-FFF2-40B4-BE49-F238E27FC236}">
                <a16:creationId xmlns:a16="http://schemas.microsoft.com/office/drawing/2014/main" id="{FD6E43EC-3D02-36EB-AE03-5492EE0E079A}"/>
              </a:ext>
            </a:extLst>
          </p:cNvPr>
          <p:cNvSpPr txBox="1">
            <a:spLocks/>
          </p:cNvSpPr>
          <p:nvPr userDrawn="1"/>
        </p:nvSpPr>
        <p:spPr>
          <a:xfrm>
            <a:off x="8771467" y="3923451"/>
            <a:ext cx="3014132" cy="20193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0" i="0" kern="1200">
                <a:solidFill>
                  <a:schemeClr val="tx1"/>
                </a:solidFill>
                <a:latin typeface="Fira Sans Light" panose="020B0403050000020004" pitchFamily="34" charset="0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tx1"/>
                </a:solidFill>
                <a:latin typeface="Fira Sans" panose="020B0503050000020004" pitchFamily="34" charset="0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Fira Sans" panose="020B0503050000020004" pitchFamily="34" charset="0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tx1"/>
                </a:solidFill>
                <a:latin typeface="Fira Sans" panose="020B0503050000020004" pitchFamily="34" charset="0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tx1"/>
                </a:solidFill>
                <a:latin typeface="Fira Sans" panose="020B0503050000020004" pitchFamily="34" charset="0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09934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9C46A9-46F4-C9A7-82FF-2916D5C887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79438"/>
            <a:ext cx="10515600" cy="808566"/>
          </a:xfrm>
        </p:spPr>
        <p:txBody>
          <a:bodyPr anchor="b"/>
          <a:lstStyle>
            <a:lvl1pPr>
              <a:defRPr sz="6000" b="0" i="0">
                <a:latin typeface="Fira Sans Medium" panose="020B05030500000200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97EEC1-59F3-A576-E6DD-EAAC06F9FF0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1400"/>
            </a:lvl1pPr>
          </a:lstStyle>
          <a:p>
            <a:fld id="{F691401F-DB6C-0B4A-9712-DF64F9837A4F}" type="datetime1">
              <a:rPr lang="en-US" smtClean="0"/>
              <a:t>7/8/26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8FDCF8-EA99-DCBB-F8EB-AD49F1397E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F06E484-45C6-D0B3-8FAA-70D05BFD1DD4}"/>
              </a:ext>
            </a:extLst>
          </p:cNvPr>
          <p:cNvSpPr/>
          <p:nvPr/>
        </p:nvSpPr>
        <p:spPr>
          <a:xfrm>
            <a:off x="3567239" y="1433387"/>
            <a:ext cx="7498079" cy="45720"/>
          </a:xfrm>
          <a:prstGeom prst="rect">
            <a:avLst/>
          </a:prstGeom>
          <a:solidFill>
            <a:srgbClr val="ACBDD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B348CBA-5C39-9F38-0D7A-D349568649D3}"/>
              </a:ext>
            </a:extLst>
          </p:cNvPr>
          <p:cNvSpPr/>
          <p:nvPr/>
        </p:nvSpPr>
        <p:spPr>
          <a:xfrm>
            <a:off x="838200" y="1433387"/>
            <a:ext cx="2743200" cy="45720"/>
          </a:xfrm>
          <a:prstGeom prst="rect">
            <a:avLst/>
          </a:prstGeom>
          <a:solidFill>
            <a:srgbClr val="3059A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F2712A-52B8-E2F2-DC11-C9555C5AA5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39054"/>
            <a:ext cx="10515600" cy="4437909"/>
          </a:xfrm>
        </p:spPr>
        <p:txBody>
          <a:bodyPr/>
          <a:lstStyle>
            <a:lvl1pPr>
              <a:buFont typeface="+mj-lt"/>
              <a:buAutoNum type="arabicPeriod"/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0259409"/>
      </p:ext>
    </p:extLst>
  </p:cSld>
  <p:clrMapOvr>
    <a:masterClrMapping/>
  </p:clrMapOvr>
  <p:hf hdr="0" ft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9C46A9-46F4-C9A7-82FF-2916D5C887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2862262"/>
            <a:ext cx="10515600" cy="1133475"/>
          </a:xfrm>
        </p:spPr>
        <p:txBody>
          <a:bodyPr anchor="b"/>
          <a:lstStyle>
            <a:lvl1pPr>
              <a:defRPr sz="6000" b="0" i="0">
                <a:latin typeface="Fira Sans Medium" panose="020B0503050000020004" pitchFamily="34" charset="0"/>
              </a:defRPr>
            </a:lvl1pPr>
          </a:lstStyle>
          <a:p>
            <a:r>
              <a:rPr lang="en-US" altLang="zh-CN" dirty="0"/>
              <a:t>This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section</a:t>
            </a:r>
            <a:r>
              <a:rPr lang="zh-CN" altLang="en-US" dirty="0"/>
              <a:t> </a:t>
            </a:r>
            <a:r>
              <a:rPr lang="en-US" altLang="zh-CN" dirty="0"/>
              <a:t>title</a:t>
            </a:r>
            <a:r>
              <a:rPr lang="zh-CN" altLang="en-US" dirty="0"/>
              <a:t> </a:t>
            </a:r>
            <a:r>
              <a:rPr lang="en-US" altLang="zh-CN" dirty="0"/>
              <a:t>slide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97EEC1-59F3-A576-E6DD-EAAC06F9FF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9A241-7C05-4C41-9356-EEC56A1C4DB6}" type="datetime1">
              <a:rPr lang="en-US" smtClean="0"/>
              <a:t>7/8/26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8FDCF8-EA99-DCBB-F8EB-AD49F1397E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F06E484-45C6-D0B3-8FAA-70D05BFD1DD4}"/>
              </a:ext>
            </a:extLst>
          </p:cNvPr>
          <p:cNvSpPr/>
          <p:nvPr/>
        </p:nvSpPr>
        <p:spPr>
          <a:xfrm>
            <a:off x="4416984" y="4041120"/>
            <a:ext cx="6858000" cy="45720"/>
          </a:xfrm>
          <a:prstGeom prst="rect">
            <a:avLst/>
          </a:prstGeom>
          <a:solidFill>
            <a:srgbClr val="ACBDD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B348CBA-5C39-9F38-0D7A-D349568649D3}"/>
              </a:ext>
            </a:extLst>
          </p:cNvPr>
          <p:cNvSpPr/>
          <p:nvPr/>
        </p:nvSpPr>
        <p:spPr>
          <a:xfrm>
            <a:off x="838200" y="4041120"/>
            <a:ext cx="3578785" cy="45720"/>
          </a:xfrm>
          <a:prstGeom prst="rect">
            <a:avLst/>
          </a:prstGeom>
          <a:solidFill>
            <a:srgbClr val="3059A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54BDCBCA-1C46-4247-C635-47CC1C9FC22E}"/>
              </a:ext>
            </a:extLst>
          </p:cNvPr>
          <p:cNvSpPr txBox="1">
            <a:spLocks/>
          </p:cNvSpPr>
          <p:nvPr/>
        </p:nvSpPr>
        <p:spPr>
          <a:xfrm>
            <a:off x="838200" y="1683404"/>
            <a:ext cx="5116483" cy="113347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0" i="0" kern="1200">
                <a:solidFill>
                  <a:schemeClr val="tx1"/>
                </a:solidFill>
                <a:latin typeface="Fira Sans Medium" panose="020B0503050000020004" pitchFamily="34" charset="0"/>
                <a:ea typeface="+mj-ea"/>
                <a:cs typeface="+mj-cs"/>
              </a:defRPr>
            </a:lvl1pPr>
          </a:lstStyle>
          <a:p>
            <a:r>
              <a:rPr lang="en-US" altLang="zh-CN" sz="3600" b="0" i="1" dirty="0">
                <a:latin typeface="Fira Sans Light" panose="020B0403050000020004" pitchFamily="34" charset="0"/>
              </a:rPr>
              <a:t>Section</a:t>
            </a:r>
            <a:endParaRPr lang="en-US" sz="3200" b="0" i="1" dirty="0">
              <a:latin typeface="Fira Sans Light" panose="020B04030500000200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2E2BC4E-8D2B-115B-E239-0947241B79DB}"/>
              </a:ext>
            </a:extLst>
          </p:cNvPr>
          <p:cNvSpPr/>
          <p:nvPr userDrawn="1"/>
        </p:nvSpPr>
        <p:spPr>
          <a:xfrm>
            <a:off x="4416984" y="4041120"/>
            <a:ext cx="6858000" cy="45720"/>
          </a:xfrm>
          <a:prstGeom prst="rect">
            <a:avLst/>
          </a:prstGeom>
          <a:solidFill>
            <a:srgbClr val="ACBDD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46270E5-3BA5-3FC7-551F-6C4474991A1A}"/>
              </a:ext>
            </a:extLst>
          </p:cNvPr>
          <p:cNvSpPr/>
          <p:nvPr userDrawn="1"/>
        </p:nvSpPr>
        <p:spPr>
          <a:xfrm>
            <a:off x="838200" y="4041120"/>
            <a:ext cx="3578785" cy="45720"/>
          </a:xfrm>
          <a:prstGeom prst="rect">
            <a:avLst/>
          </a:prstGeom>
          <a:solidFill>
            <a:srgbClr val="3059A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0DCF849F-166B-D71E-157E-5A4880F027DA}"/>
              </a:ext>
            </a:extLst>
          </p:cNvPr>
          <p:cNvSpPr txBox="1">
            <a:spLocks/>
          </p:cNvSpPr>
          <p:nvPr userDrawn="1"/>
        </p:nvSpPr>
        <p:spPr>
          <a:xfrm>
            <a:off x="838200" y="1683404"/>
            <a:ext cx="5116483" cy="113347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0" i="0" kern="1200">
                <a:solidFill>
                  <a:schemeClr val="tx1"/>
                </a:solidFill>
                <a:latin typeface="Fira Sans Medium" panose="020B0503050000020004" pitchFamily="34" charset="0"/>
                <a:ea typeface="+mj-ea"/>
                <a:cs typeface="+mj-cs"/>
              </a:defRPr>
            </a:lvl1pPr>
          </a:lstStyle>
          <a:p>
            <a:r>
              <a:rPr lang="en-US" altLang="zh-CN" sz="3600" b="0" i="1" dirty="0">
                <a:latin typeface="Fira Sans Light" panose="020B0403050000020004" pitchFamily="34" charset="0"/>
              </a:rPr>
              <a:t>Section</a:t>
            </a:r>
            <a:endParaRPr lang="en-US" sz="3200" b="0" i="1" dirty="0">
              <a:latin typeface="Fira Sans Light" panose="020B04030500000200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99861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_or_transision">
    <p:bg>
      <p:bgPr>
        <a:solidFill>
          <a:srgbClr val="3059A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1F622F-8164-AF77-6194-467901B8E3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887" y="2766218"/>
            <a:ext cx="10515600" cy="1325563"/>
          </a:xfrm>
        </p:spPr>
        <p:txBody>
          <a:bodyPr>
            <a:normAutofit/>
          </a:bodyPr>
          <a:lstStyle>
            <a:lvl1pPr algn="ctr">
              <a:defRPr sz="4800" b="1" i="0">
                <a:solidFill>
                  <a:schemeClr val="bg1"/>
                </a:solidFill>
                <a:latin typeface="Fira Sans SemiBold" panose="020B05030500000200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926747"/>
      </p:ext>
    </p:extLst>
  </p:cSld>
  <p:clrMapOvr>
    <a:masterClrMapping/>
  </p:clrMapOvr>
  <p:hf hdr="0" ft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FC1966-BDF3-1D20-0891-D3539670E9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66192"/>
            <a:ext cx="10515600" cy="501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0B3CD0-C1E3-1921-785A-C8648085F5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91401F-DB6C-0B4A-9712-DF64F9837A4F}" type="datetime1">
              <a:rPr lang="en-US" smtClean="0"/>
              <a:t>7/8/26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E2C1DD-D82F-93DC-048C-157CA0E69B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7EA53D6-CB4D-5EAA-44DE-A3E474D754EA}"/>
              </a:ext>
            </a:extLst>
          </p:cNvPr>
          <p:cNvSpPr/>
          <p:nvPr/>
        </p:nvSpPr>
        <p:spPr>
          <a:xfrm>
            <a:off x="0" y="0"/>
            <a:ext cx="12192000" cy="870735"/>
          </a:xfrm>
          <a:prstGeom prst="rect">
            <a:avLst/>
          </a:prstGeom>
          <a:solidFill>
            <a:srgbClr val="3059A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400" b="0" i="0" dirty="0">
              <a:solidFill>
                <a:schemeClr val="bg1"/>
              </a:solidFill>
              <a:latin typeface="Fira Sans Medium" panose="020B05030500000200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704BC7-2706-89E9-CF38-8D6B882051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06947" y="252804"/>
            <a:ext cx="2743200" cy="365125"/>
          </a:xfrm>
        </p:spPr>
        <p:txBody>
          <a:bodyPr/>
          <a:lstStyle>
            <a:lvl1pPr>
              <a:defRPr sz="1400" b="0" i="0">
                <a:solidFill>
                  <a:schemeClr val="bg1"/>
                </a:solidFill>
                <a:latin typeface="Fira Sans" panose="020B0503050000020004" pitchFamily="34" charset="0"/>
              </a:defRPr>
            </a:lvl1pPr>
          </a:lstStyle>
          <a:p>
            <a:fld id="{464EC075-173D-A443-BC22-022A91BFE921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C5A1B3EC-452D-7E90-7BF4-31917DB459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198" y="169196"/>
            <a:ext cx="10515600" cy="54826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7849067"/>
      </p:ext>
    </p:extLst>
  </p:cSld>
  <p:clrMapOvr>
    <a:masterClrMapping/>
  </p:clrMapOvr>
  <p:hf hdr="0" ft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without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0B3CD0-C1E3-1921-785A-C8648085F5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91401F-DB6C-0B4A-9712-DF64F9837A4F}" type="datetime1">
              <a:rPr lang="en-US" smtClean="0"/>
              <a:t>7/8/26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E2C1DD-D82F-93DC-048C-157CA0E69B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FA08562-638E-DF75-E01F-F83B6EC51D92}"/>
              </a:ext>
            </a:extLst>
          </p:cNvPr>
          <p:cNvSpPr/>
          <p:nvPr/>
        </p:nvSpPr>
        <p:spPr>
          <a:xfrm>
            <a:off x="0" y="0"/>
            <a:ext cx="12192000" cy="441064"/>
          </a:xfrm>
          <a:prstGeom prst="rect">
            <a:avLst/>
          </a:prstGeom>
          <a:solidFill>
            <a:srgbClr val="3059A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FC1966-BDF3-1D20-0891-D3539670E9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82127"/>
            <a:ext cx="10515600" cy="529483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704BC7-2706-89E9-CF38-8D6B882051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37969"/>
            <a:ext cx="2743200" cy="365125"/>
          </a:xfrm>
        </p:spPr>
        <p:txBody>
          <a:bodyPr/>
          <a:lstStyle>
            <a:lvl1pPr>
              <a:defRPr sz="1600" b="0" i="0">
                <a:solidFill>
                  <a:schemeClr val="bg1"/>
                </a:solidFill>
                <a:latin typeface="Fira Sans Light" panose="020B0403050000020004" pitchFamily="34" charset="0"/>
              </a:defRPr>
            </a:lvl1pPr>
          </a:lstStyle>
          <a:p>
            <a:fld id="{464EC075-173D-A443-BC22-022A91BFE9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185805"/>
      </p:ext>
    </p:extLst>
  </p:cSld>
  <p:clrMapOvr>
    <a:masterClrMapping/>
  </p:clrMapOvr>
  <p:hf hdr="0" ft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FC1966-BDF3-1D20-0891-D3539670E9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66192"/>
            <a:ext cx="10515600" cy="18022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0B3CD0-C1E3-1921-785A-C8648085F5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91401F-DB6C-0B4A-9712-DF64F9837A4F}" type="datetime1">
              <a:rPr lang="en-US" smtClean="0"/>
              <a:t>7/8/26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E2C1DD-D82F-93DC-048C-157CA0E69B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7EA53D6-CB4D-5EAA-44DE-A3E474D754EA}"/>
              </a:ext>
            </a:extLst>
          </p:cNvPr>
          <p:cNvSpPr/>
          <p:nvPr/>
        </p:nvSpPr>
        <p:spPr>
          <a:xfrm>
            <a:off x="0" y="0"/>
            <a:ext cx="12192000" cy="870735"/>
          </a:xfrm>
          <a:prstGeom prst="rect">
            <a:avLst/>
          </a:prstGeom>
          <a:solidFill>
            <a:srgbClr val="3059A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400" b="0" i="0" dirty="0">
              <a:solidFill>
                <a:schemeClr val="bg1"/>
              </a:solidFill>
              <a:latin typeface="Fira Sans Medium" panose="020B05030500000200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704BC7-2706-89E9-CF38-8D6B882051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06947" y="252804"/>
            <a:ext cx="2743200" cy="365125"/>
          </a:xfrm>
        </p:spPr>
        <p:txBody>
          <a:bodyPr/>
          <a:lstStyle>
            <a:lvl1pPr>
              <a:defRPr sz="1400" b="0" i="0">
                <a:solidFill>
                  <a:schemeClr val="bg1"/>
                </a:solidFill>
                <a:latin typeface="Fira Sans" panose="020B0503050000020004" pitchFamily="34" charset="0"/>
              </a:defRPr>
            </a:lvl1pPr>
          </a:lstStyle>
          <a:p>
            <a:fld id="{464EC075-173D-A443-BC22-022A91BFE921}" type="slidenum">
              <a:rPr lang="en-US" smtClean="0"/>
              <a:t>‹#›</a:t>
            </a:fld>
            <a:endParaRPr lang="en-US"/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2E298F72-736E-554A-EABF-9653ED060294}"/>
              </a:ext>
            </a:extLst>
          </p:cNvPr>
          <p:cNvSpPr/>
          <p:nvPr/>
        </p:nvSpPr>
        <p:spPr>
          <a:xfrm>
            <a:off x="838200" y="3829878"/>
            <a:ext cx="10515600" cy="1099931"/>
          </a:xfrm>
          <a:prstGeom prst="roundRect">
            <a:avLst>
              <a:gd name="adj" fmla="val 5824"/>
            </a:avLst>
          </a:prstGeom>
          <a:solidFill>
            <a:srgbClr val="FCF7EF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0" i="0" dirty="0">
                <a:solidFill>
                  <a:schemeClr val="tx1"/>
                </a:solidFill>
                <a:latin typeface="Fira Sans" panose="020B0503050000020004" pitchFamily="34" charset="0"/>
              </a:rPr>
              <a:t>Put</a:t>
            </a:r>
            <a:r>
              <a:rPr lang="zh-CN" altLang="en-US" sz="2800" b="0" i="0" dirty="0">
                <a:solidFill>
                  <a:schemeClr val="tx1"/>
                </a:solidFill>
                <a:latin typeface="Fira Sans" panose="020B0503050000020004" pitchFamily="34" charset="0"/>
              </a:rPr>
              <a:t> </a:t>
            </a:r>
            <a:r>
              <a:rPr lang="en-US" altLang="zh-CN" sz="2800" b="0" i="0" dirty="0">
                <a:solidFill>
                  <a:schemeClr val="tx1"/>
                </a:solidFill>
                <a:latin typeface="Fira Sans" panose="020B0503050000020004" pitchFamily="34" charset="0"/>
              </a:rPr>
              <a:t>some</a:t>
            </a:r>
            <a:r>
              <a:rPr lang="zh-CN" altLang="en-US" sz="2800" b="0" i="0" dirty="0">
                <a:solidFill>
                  <a:schemeClr val="tx1"/>
                </a:solidFill>
                <a:latin typeface="Fira Sans" panose="020B0503050000020004" pitchFamily="34" charset="0"/>
              </a:rPr>
              <a:t> </a:t>
            </a:r>
            <a:r>
              <a:rPr lang="en-US" altLang="zh-CN" sz="2800" b="0" i="0" dirty="0">
                <a:solidFill>
                  <a:schemeClr val="tx1"/>
                </a:solidFill>
                <a:latin typeface="Fira Sans" panose="020B0503050000020004" pitchFamily="34" charset="0"/>
              </a:rPr>
              <a:t>question</a:t>
            </a:r>
            <a:r>
              <a:rPr lang="zh-CN" altLang="en-US" sz="2800" b="0" i="0" dirty="0">
                <a:solidFill>
                  <a:schemeClr val="tx1"/>
                </a:solidFill>
                <a:latin typeface="Fira Sans" panose="020B0503050000020004" pitchFamily="34" charset="0"/>
              </a:rPr>
              <a:t> </a:t>
            </a:r>
            <a:r>
              <a:rPr lang="en-US" altLang="zh-CN" sz="2800" b="0" i="0" dirty="0">
                <a:solidFill>
                  <a:schemeClr val="tx1"/>
                </a:solidFill>
                <a:latin typeface="Fira Sans" panose="020B0503050000020004" pitchFamily="34" charset="0"/>
              </a:rPr>
              <a:t>or</a:t>
            </a:r>
            <a:r>
              <a:rPr lang="zh-CN" altLang="en-US" sz="2800" b="0" i="0" dirty="0">
                <a:solidFill>
                  <a:schemeClr val="tx1"/>
                </a:solidFill>
                <a:latin typeface="Fira Sans" panose="020B0503050000020004" pitchFamily="34" charset="0"/>
              </a:rPr>
              <a:t> </a:t>
            </a:r>
            <a:r>
              <a:rPr lang="en-US" altLang="zh-CN" sz="2800" b="0" i="0" dirty="0">
                <a:solidFill>
                  <a:schemeClr val="tx1"/>
                </a:solidFill>
                <a:latin typeface="Fira Sans" panose="020B0503050000020004" pitchFamily="34" charset="0"/>
              </a:rPr>
              <a:t>conclusion</a:t>
            </a:r>
            <a:r>
              <a:rPr lang="zh-CN" altLang="en-US" sz="2800" b="0" i="0" dirty="0">
                <a:solidFill>
                  <a:schemeClr val="tx1"/>
                </a:solidFill>
                <a:latin typeface="Fira Sans" panose="020B0503050000020004" pitchFamily="34" charset="0"/>
              </a:rPr>
              <a:t> </a:t>
            </a:r>
            <a:r>
              <a:rPr lang="en-US" altLang="zh-CN" sz="2800" b="0" i="0" dirty="0">
                <a:solidFill>
                  <a:schemeClr val="tx1"/>
                </a:solidFill>
                <a:latin typeface="Fira Sans" panose="020B0503050000020004" pitchFamily="34" charset="0"/>
              </a:rPr>
              <a:t>take</a:t>
            </a:r>
            <a:r>
              <a:rPr lang="zh-CN" altLang="en-US" sz="2800" b="0" i="0" dirty="0">
                <a:solidFill>
                  <a:schemeClr val="tx1"/>
                </a:solidFill>
                <a:latin typeface="Fira Sans" panose="020B0503050000020004" pitchFamily="34" charset="0"/>
              </a:rPr>
              <a:t> </a:t>
            </a:r>
            <a:r>
              <a:rPr lang="en-US" altLang="zh-CN" sz="2800" b="0" i="0" dirty="0">
                <a:solidFill>
                  <a:schemeClr val="tx1"/>
                </a:solidFill>
                <a:latin typeface="Fira Sans" panose="020B0503050000020004" pitchFamily="34" charset="0"/>
              </a:rPr>
              <a:t>away</a:t>
            </a:r>
            <a:r>
              <a:rPr lang="zh-CN" altLang="en-US" sz="2800" b="0" i="0" dirty="0">
                <a:solidFill>
                  <a:schemeClr val="tx1"/>
                </a:solidFill>
                <a:latin typeface="Fira Sans" panose="020B0503050000020004" pitchFamily="34" charset="0"/>
              </a:rPr>
              <a:t> </a:t>
            </a:r>
            <a:r>
              <a:rPr lang="en-US" altLang="zh-CN" sz="2800" b="0" i="0" dirty="0">
                <a:solidFill>
                  <a:schemeClr val="tx1"/>
                </a:solidFill>
                <a:latin typeface="Fira Sans" panose="020B0503050000020004" pitchFamily="34" charset="0"/>
              </a:rPr>
              <a:t>here</a:t>
            </a:r>
            <a:endParaRPr lang="en-US" sz="2800" b="0" i="0" dirty="0">
              <a:solidFill>
                <a:schemeClr val="tx1"/>
              </a:solidFill>
              <a:latin typeface="Fira Sans" panose="020B0503050000020004" pitchFamily="34" charset="0"/>
            </a:endParaRPr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BD7B6B5F-330D-1115-22A4-0AA22C8375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6347" y="136525"/>
            <a:ext cx="10515600" cy="73421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7281902"/>
      </p:ext>
    </p:extLst>
  </p:cSld>
  <p:clrMapOvr>
    <a:masterClrMapping/>
  </p:clrMapOvr>
  <p:hf hdr="0" ft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FC1966-BDF3-1D20-0891-D3539670E9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66192"/>
            <a:ext cx="10515600" cy="226280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0B3CD0-C1E3-1921-785A-C8648085F5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4AB985-32BA-D840-987D-2B2E37B772EE}" type="datetime1">
              <a:rPr lang="en-US" smtClean="0"/>
              <a:t>7/8/26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E2C1DD-D82F-93DC-048C-157CA0E69B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7EA53D6-CB4D-5EAA-44DE-A3E474D754EA}"/>
              </a:ext>
            </a:extLst>
          </p:cNvPr>
          <p:cNvSpPr/>
          <p:nvPr/>
        </p:nvSpPr>
        <p:spPr>
          <a:xfrm>
            <a:off x="0" y="0"/>
            <a:ext cx="12192000" cy="870735"/>
          </a:xfrm>
          <a:prstGeom prst="rect">
            <a:avLst/>
          </a:prstGeom>
          <a:solidFill>
            <a:srgbClr val="3059A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Fira Sans Medium" panose="020B0503050000020004" pitchFamily="34" charset="0"/>
                <a:ea typeface="+mj-ea"/>
                <a:cs typeface="+mj-cs"/>
              </a:rPr>
              <a:t>Click to edit Master title style</a:t>
            </a:r>
            <a:endParaRPr lang="en-US" sz="1400" b="0" i="0" dirty="0">
              <a:solidFill>
                <a:schemeClr val="bg1"/>
              </a:solidFill>
              <a:latin typeface="Fira Sans Medium" panose="020B05030500000200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704BC7-2706-89E9-CF38-8D6B882051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06947" y="252804"/>
            <a:ext cx="2743200" cy="365125"/>
          </a:xfrm>
        </p:spPr>
        <p:txBody>
          <a:bodyPr/>
          <a:lstStyle>
            <a:lvl1pPr>
              <a:defRPr sz="1400" b="0" i="0">
                <a:solidFill>
                  <a:schemeClr val="bg1"/>
                </a:solidFill>
                <a:latin typeface="Fira Sans" panose="020B0503050000020004" pitchFamily="34" charset="0"/>
              </a:defRPr>
            </a:lvl1pPr>
          </a:lstStyle>
          <a:p>
            <a:fld id="{464EC075-173D-A443-BC22-022A91BFE921}" type="slidenum">
              <a:rPr lang="en-US" smtClean="0"/>
              <a:pPr/>
              <a:t>‹#›</a:t>
            </a:fld>
            <a:endParaRPr lang="en-US" sz="1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2E298F72-736E-554A-EABF-9653ED060294}"/>
                  </a:ext>
                </a:extLst>
              </p:cNvPr>
              <p:cNvSpPr/>
              <p:nvPr/>
            </p:nvSpPr>
            <p:spPr>
              <a:xfrm>
                <a:off x="3647271" y="3798085"/>
                <a:ext cx="4897458" cy="1621080"/>
              </a:xfrm>
              <a:prstGeom prst="roundRect">
                <a:avLst>
                  <a:gd name="adj" fmla="val 5824"/>
                </a:avLst>
              </a:prstGeom>
              <a:solidFill>
                <a:srgbClr val="F4F2F1"/>
              </a:solidFill>
              <a:ln w="254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3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zh-CN" sz="3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zh-CN" sz="3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3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  <m:r>
                        <a:rPr lang="en-US" altLang="zh-CN" sz="3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altLang="zh-CN" sz="3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3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zh-CN" sz="3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CN" sz="3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rad>
                          <m:r>
                            <a:rPr lang="en-US" altLang="zh-CN" sz="3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3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altLang="zh-CN" sz="3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3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altLang="zh-CN" sz="3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US" sz="3600" b="0" i="0" dirty="0">
                  <a:solidFill>
                    <a:schemeClr val="tx1"/>
                  </a:solidFill>
                  <a:latin typeface="Fira Sans" panose="020B0503050000020004" pitchFamily="34" charset="0"/>
                </a:endParaRPr>
              </a:p>
            </p:txBody>
          </p:sp>
        </mc:Choice>
        <mc:Fallback xmlns=""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2E298F72-736E-554A-EABF-9653ED06029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 userDrawn="1"/>
            </p:nvSpPr>
            <p:spPr>
              <a:xfrm>
                <a:off x="3647271" y="3798085"/>
                <a:ext cx="4897458" cy="1621080"/>
              </a:xfrm>
              <a:prstGeom prst="roundRect">
                <a:avLst>
                  <a:gd name="adj" fmla="val 5824"/>
                </a:avLst>
              </a:prstGeom>
              <a:blipFill>
                <a:blip r:embed="rId2"/>
                <a:stretch>
                  <a:fillRect/>
                </a:stretch>
              </a:blipFill>
              <a:ln w="254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>
            <a:extLst>
              <a:ext uri="{FF2B5EF4-FFF2-40B4-BE49-F238E27FC236}">
                <a16:creationId xmlns:a16="http://schemas.microsoft.com/office/drawing/2014/main" id="{394942F8-162F-7475-9193-D62795744CA8}"/>
              </a:ext>
            </a:extLst>
          </p:cNvPr>
          <p:cNvSpPr/>
          <p:nvPr userDrawn="1"/>
        </p:nvSpPr>
        <p:spPr>
          <a:xfrm>
            <a:off x="0" y="0"/>
            <a:ext cx="12192000" cy="870735"/>
          </a:xfrm>
          <a:prstGeom prst="rect">
            <a:avLst/>
          </a:prstGeom>
          <a:solidFill>
            <a:srgbClr val="3059A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Fira Sans Medium" panose="020B0503050000020004" pitchFamily="34" charset="0"/>
                <a:ea typeface="+mj-ea"/>
                <a:cs typeface="+mj-cs"/>
              </a:rPr>
              <a:t>Click to edit Master title style</a:t>
            </a:r>
            <a:endParaRPr lang="en-US" sz="1400" b="0" i="0" dirty="0">
              <a:solidFill>
                <a:schemeClr val="bg1"/>
              </a:solidFill>
              <a:latin typeface="Fira Sans Medium" panose="020B05030500000200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ounded Rectangle 8">
                <a:extLst>
                  <a:ext uri="{FF2B5EF4-FFF2-40B4-BE49-F238E27FC236}">
                    <a16:creationId xmlns:a16="http://schemas.microsoft.com/office/drawing/2014/main" id="{8F2CE918-B46E-96CE-236C-484F947F8605}"/>
                  </a:ext>
                </a:extLst>
              </p:cNvPr>
              <p:cNvSpPr/>
              <p:nvPr userDrawn="1"/>
            </p:nvSpPr>
            <p:spPr>
              <a:xfrm>
                <a:off x="3647271" y="3798085"/>
                <a:ext cx="4897458" cy="1621080"/>
              </a:xfrm>
              <a:prstGeom prst="roundRect">
                <a:avLst>
                  <a:gd name="adj" fmla="val 5824"/>
                </a:avLst>
              </a:prstGeom>
              <a:solidFill>
                <a:srgbClr val="F4F2F1"/>
              </a:solidFill>
              <a:ln w="254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3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zh-CN" sz="3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zh-CN" sz="3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3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  <m:r>
                        <a:rPr lang="en-US" altLang="zh-CN" sz="3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altLang="zh-CN" sz="3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3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zh-CN" sz="3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CN" sz="3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rad>
                          <m:r>
                            <a:rPr lang="en-US" altLang="zh-CN" sz="3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3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altLang="zh-CN" sz="3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3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altLang="zh-CN" sz="3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US" sz="3600" b="0" i="0" dirty="0">
                  <a:solidFill>
                    <a:schemeClr val="tx1"/>
                  </a:solidFill>
                  <a:latin typeface="Fira Sans" panose="020B0503050000020004" pitchFamily="34" charset="0"/>
                </a:endParaRPr>
              </a:p>
            </p:txBody>
          </p:sp>
        </mc:Choice>
        <mc:Fallback xmlns=""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2E298F72-736E-554A-EABF-9653ED06029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 userDrawn="1"/>
            </p:nvSpPr>
            <p:spPr>
              <a:xfrm>
                <a:off x="3647271" y="3798085"/>
                <a:ext cx="4897458" cy="1621080"/>
              </a:xfrm>
              <a:prstGeom prst="roundRect">
                <a:avLst>
                  <a:gd name="adj" fmla="val 5824"/>
                </a:avLst>
              </a:prstGeom>
              <a:blipFill>
                <a:blip r:embed="rId3"/>
                <a:stretch>
                  <a:fillRect/>
                </a:stretch>
              </a:blipFill>
              <a:ln w="254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263631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FC075C-CF0D-27AB-64A0-B4752BED2B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18AA85-EDC9-CB1F-FFCB-923A0FD642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661884-312B-CCF9-06E8-F30AD1A524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23BAB1-8AEE-1F5D-BB08-E85F4AE7F0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1F66C-479B-844A-8E47-3BE9064C23AF}" type="datetime1">
              <a:rPr lang="en-US" smtClean="0"/>
              <a:t>7/8/26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930718-4CCC-225A-3B28-ACD8796384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743798-FEA6-223E-8149-A1AE3EA716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4EC075-173D-A443-BC22-022A91BFE9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71710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0FFBE0-A9C0-EE5E-7AF5-F6586C2CD8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9B58BF-81C3-7F45-E64C-9EEE4B1931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C6350C-28EB-3DE3-E319-7C561FBE54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0BFFADC-2C35-5332-55C4-101FEC39EE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A710149-32A2-9CFB-CA97-0869EC624A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883DE4C-93F3-E289-B835-38972ADF8B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29E37-2042-8D4D-95DE-B103DA46074A}" type="datetime1">
              <a:rPr lang="en-US" smtClean="0"/>
              <a:t>7/8/26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AB026DD-6E59-E2AC-29A2-501C8B5564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BDFDFCC-A10E-81A4-D53B-53507A8D75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4EC075-173D-A443-BC22-022A91BFE9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73233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F3E57-986D-CC8A-E92A-4D4A28B414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09DD7F0-EA3B-F2E4-93DC-1793354CB8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0A2E03-E362-0347-93EE-049DACE2BD84}" type="datetime1">
              <a:rPr lang="en-US" smtClean="0"/>
              <a:t>7/8/26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D4F770-547C-7DFE-370B-D93E500240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378B4F-5CD0-69D8-56CA-3610FD1CAB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4EC075-173D-A443-BC22-022A91BFE9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76672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8C06155-6FF0-53BF-E1EC-0829BF3CE9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5686EC-FF37-4F42-B67E-244191440DD5}" type="datetime1">
              <a:rPr lang="en-US" smtClean="0"/>
              <a:t>7/8/26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241AF4A-24E3-1301-15BB-83765A7D70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090AF5-025E-2BE2-154B-807388610E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4EC075-173D-A443-BC22-022A91BFE9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664370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614C21-280A-5CE9-B744-D8FF49CEA4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2C3F5A-C072-F614-F027-597A2A2473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FD4CB3-6A59-44C0-C09B-8CA88902D7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213F47-09D8-19AF-DC3F-DF2CA8D812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6A7E3-9F52-6B4A-A69B-45E1297EB098}" type="datetime1">
              <a:rPr lang="en-US" smtClean="0"/>
              <a:t>7/8/26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476699-3E8F-F23F-F2E4-D0FED2AFEF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797AE4-67AF-6666-D9D3-6A77F7D89E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4EC075-173D-A443-BC22-022A91BFE9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477617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8882F7-3BD5-7654-E44F-26B67BF6F2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5C3EC2B-2D80-8142-65F4-DE53E0A313F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B994ED-EF0B-212B-AAF9-870540F23E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95F0C7-1580-9AD5-0772-B13D9AF7B2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00D19-FFA3-C340-8442-ADCF1CFF5CC2}" type="datetime1">
              <a:rPr lang="en-US" smtClean="0"/>
              <a:t>7/8/26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F59427-6EE6-A754-DF89-AF6760E234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4A1843-2EF1-C9BB-014B-511172B566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4EC075-173D-A443-BC22-022A91BFE9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113707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C75B98-53AC-AF3C-B169-2D24D734E6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3913C77-B4A6-8738-B885-303F77BF27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6BA08F-11BE-4DFE-65A6-E5178F1CB2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6AE6A-5934-FC4C-B88F-5D3EF485C16C}" type="datetime1">
              <a:rPr lang="en-US" smtClean="0"/>
              <a:t>7/8/26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5341F4-0B69-5686-CCE5-DF85FF7809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F293FD-DFDF-CB21-2CBB-FD414D5E49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4EC075-173D-A443-BC22-022A91BFE9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149873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B886BCA-0D76-335D-5914-403E859AA67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636D30A-ACA8-6CB6-F873-F12C3788A2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1B4C39-25A0-8688-0798-C02FAA532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6C264-A5C2-BF41-A222-556F4EA3CF99}" type="datetime1">
              <a:rPr lang="en-US" smtClean="0"/>
              <a:t>7/8/26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F069A6-EFDF-EE11-6215-38B8CD8D49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ECD3EA-52CA-2E4E-979A-6300171C22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4EC075-173D-A443-BC22-022A91BFE9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234415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FC1966-BDF3-1D20-0891-D3539670E9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66192"/>
            <a:ext cx="10515600" cy="501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0B3CD0-C1E3-1921-785A-C8648085F5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CDDFA0-1882-1946-9C83-1A9D499CBBEE}" type="datetime1">
              <a:rPr lang="en-US" smtClean="0"/>
              <a:t>7/8/26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E2C1DD-D82F-93DC-048C-157CA0E69B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7EA53D6-CB4D-5EAA-44DE-A3E474D754EA}"/>
              </a:ext>
            </a:extLst>
          </p:cNvPr>
          <p:cNvSpPr/>
          <p:nvPr userDrawn="1"/>
        </p:nvSpPr>
        <p:spPr>
          <a:xfrm>
            <a:off x="0" y="0"/>
            <a:ext cx="12192000" cy="870735"/>
          </a:xfrm>
          <a:prstGeom prst="rect">
            <a:avLst/>
          </a:prstGeom>
          <a:solidFill>
            <a:srgbClr val="3059A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Fira Sans Medium" panose="020B0503050000020004" pitchFamily="34" charset="0"/>
                <a:ea typeface="+mj-ea"/>
                <a:cs typeface="+mj-cs"/>
              </a:rPr>
              <a:t>Click to edit Master title style</a:t>
            </a:r>
            <a:endParaRPr lang="en-US" sz="1400" b="0" i="0" dirty="0">
              <a:solidFill>
                <a:schemeClr val="bg1"/>
              </a:solidFill>
              <a:latin typeface="Fira Sans Medium" panose="020B05030500000200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704BC7-2706-89E9-CF38-8D6B882051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06947" y="252804"/>
            <a:ext cx="2743200" cy="365125"/>
          </a:xfrm>
        </p:spPr>
        <p:txBody>
          <a:bodyPr/>
          <a:lstStyle>
            <a:lvl1pPr>
              <a:defRPr sz="1400" b="0" i="0">
                <a:solidFill>
                  <a:schemeClr val="bg1"/>
                </a:solidFill>
                <a:latin typeface="Fira Sans" panose="020B0503050000020004" pitchFamily="34" charset="0"/>
              </a:defRPr>
            </a:lvl1pPr>
          </a:lstStyle>
          <a:p>
            <a:fld id="{464EC075-173D-A443-BC22-022A91BFE921}" type="slidenum">
              <a:rPr lang="en-US" smtClean="0"/>
              <a:pPr/>
              <a:t>‹#›</a:t>
            </a:fld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67241973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9C46A9-46F4-C9A7-82FF-2916D5C887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579438"/>
            <a:ext cx="10515600" cy="808566"/>
          </a:xfrm>
        </p:spPr>
        <p:txBody>
          <a:bodyPr anchor="b"/>
          <a:lstStyle>
            <a:lvl1pPr>
              <a:defRPr sz="6000" b="0" i="0">
                <a:latin typeface="Fira Sans Medium" panose="020B0503050000020004" pitchFamily="34" charset="0"/>
              </a:defRPr>
            </a:lvl1pPr>
          </a:lstStyle>
          <a:p>
            <a:r>
              <a:rPr lang="en-US" altLang="zh-CN" dirty="0"/>
              <a:t>Contents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97EEC1-59F3-A576-E6DD-EAAC06F9FF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F94404-E7CC-0143-ABCB-D143DBA6DA1F}" type="datetime1">
              <a:rPr lang="en-US" smtClean="0"/>
              <a:t>7/8/26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8FDCF8-EA99-DCBB-F8EB-AD49F1397E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5DC716-89F7-9335-9964-7ED1A4AF62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4EC075-173D-A443-BC22-022A91BFE921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F06E484-45C6-D0B3-8FAA-70D05BFD1DD4}"/>
              </a:ext>
            </a:extLst>
          </p:cNvPr>
          <p:cNvSpPr/>
          <p:nvPr userDrawn="1"/>
        </p:nvSpPr>
        <p:spPr>
          <a:xfrm>
            <a:off x="4416984" y="1433387"/>
            <a:ext cx="6858000" cy="45720"/>
          </a:xfrm>
          <a:prstGeom prst="rect">
            <a:avLst/>
          </a:prstGeom>
          <a:solidFill>
            <a:srgbClr val="ACBDD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B348CBA-5C39-9F38-0D7A-D349568649D3}"/>
              </a:ext>
            </a:extLst>
          </p:cNvPr>
          <p:cNvSpPr/>
          <p:nvPr userDrawn="1"/>
        </p:nvSpPr>
        <p:spPr>
          <a:xfrm>
            <a:off x="838200" y="1433387"/>
            <a:ext cx="3578785" cy="45720"/>
          </a:xfrm>
          <a:prstGeom prst="rect">
            <a:avLst/>
          </a:prstGeom>
          <a:solidFill>
            <a:srgbClr val="3059A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F2712A-52B8-E2F2-DC11-C9555C5AA5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39054"/>
            <a:ext cx="10515600" cy="4437909"/>
          </a:xfrm>
        </p:spPr>
        <p:txBody>
          <a:bodyPr/>
          <a:lstStyle>
            <a:lvl1pPr>
              <a:buFont typeface="+mj-lt"/>
              <a:buAutoNum type="arabicPeriod"/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175045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0B3CD0-C1E3-1921-785A-C8648085F5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68635-CB75-7743-AB8B-B979D135D50B}" type="datetime1">
              <a:rPr lang="en-US" smtClean="0"/>
              <a:t>7/8/26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E2C1DD-D82F-93DC-048C-157CA0E69B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FA08562-638E-DF75-E01F-F83B6EC51D92}"/>
              </a:ext>
            </a:extLst>
          </p:cNvPr>
          <p:cNvSpPr/>
          <p:nvPr userDrawn="1"/>
        </p:nvSpPr>
        <p:spPr>
          <a:xfrm>
            <a:off x="0" y="0"/>
            <a:ext cx="12192000" cy="441064"/>
          </a:xfrm>
          <a:prstGeom prst="rect">
            <a:avLst/>
          </a:prstGeom>
          <a:solidFill>
            <a:srgbClr val="3059A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FC1966-BDF3-1D20-0891-D3539670E9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82127"/>
            <a:ext cx="10515600" cy="529483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704BC7-2706-89E9-CF38-8D6B882051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37969"/>
            <a:ext cx="2743200" cy="365125"/>
          </a:xfrm>
        </p:spPr>
        <p:txBody>
          <a:bodyPr/>
          <a:lstStyle>
            <a:lvl1pPr>
              <a:defRPr sz="1600" b="0" i="0">
                <a:solidFill>
                  <a:schemeClr val="bg1"/>
                </a:solidFill>
                <a:latin typeface="Fira Sans Light" panose="020B0403050000020004" pitchFamily="34" charset="0"/>
              </a:defRPr>
            </a:lvl1pPr>
          </a:lstStyle>
          <a:p>
            <a:fld id="{464EC075-173D-A443-BC22-022A91BFE921}" type="slidenum">
              <a:rPr lang="en-US" smtClean="0"/>
              <a:pPr/>
              <a:t>‹#›</a:t>
            </a:fld>
            <a:endParaRPr lang="en-US" dirty="0">
              <a:latin typeface="Fira Sans Light" panose="020B04030500000200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175727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bg>
      <p:bgPr>
        <a:solidFill>
          <a:srgbClr val="3059A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1F622F-8164-AF77-6194-467901B8E3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887" y="2766218"/>
            <a:ext cx="10515600" cy="1325563"/>
          </a:xfrm>
        </p:spPr>
        <p:txBody>
          <a:bodyPr>
            <a:normAutofit/>
          </a:bodyPr>
          <a:lstStyle>
            <a:lvl1pPr algn="ctr">
              <a:defRPr sz="4800" b="1" i="0">
                <a:solidFill>
                  <a:schemeClr val="bg1"/>
                </a:solidFill>
                <a:latin typeface="Fira Sans SemiBold" panose="020B05030500000200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02A3BA-F247-7BD6-62CF-D00AA6703D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03500C-527D-A049-A40E-1914643FEDDF}" type="datetime1">
              <a:rPr lang="en-US" smtClean="0"/>
              <a:t>7/8/26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7AE3933-8155-0F29-21A6-02F89B02A2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1213F2C-A81C-E911-FBAB-98FBA75DD2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4EC075-173D-A443-BC22-022A91BFE9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500488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FC1966-BDF3-1D20-0891-D3539670E9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66192"/>
            <a:ext cx="10515600" cy="18022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0B3CD0-C1E3-1921-785A-C8648085F5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8DA55B-5787-854A-BD4A-D6BED0DE7C18}" type="datetime1">
              <a:rPr lang="en-US" smtClean="0"/>
              <a:t>7/8/26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E2C1DD-D82F-93DC-048C-157CA0E69B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7EA53D6-CB4D-5EAA-44DE-A3E474D754EA}"/>
              </a:ext>
            </a:extLst>
          </p:cNvPr>
          <p:cNvSpPr/>
          <p:nvPr userDrawn="1"/>
        </p:nvSpPr>
        <p:spPr>
          <a:xfrm>
            <a:off x="0" y="0"/>
            <a:ext cx="12192000" cy="870735"/>
          </a:xfrm>
          <a:prstGeom prst="rect">
            <a:avLst/>
          </a:prstGeom>
          <a:solidFill>
            <a:srgbClr val="3059A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Fira Sans Medium" panose="020B0503050000020004" pitchFamily="34" charset="0"/>
                <a:ea typeface="+mj-ea"/>
                <a:cs typeface="+mj-cs"/>
              </a:rPr>
              <a:t>Click to edit Master title style</a:t>
            </a:r>
            <a:endParaRPr lang="en-US" sz="1400" b="0" i="0" dirty="0">
              <a:solidFill>
                <a:schemeClr val="bg1"/>
              </a:solidFill>
              <a:latin typeface="Fira Sans Medium" panose="020B05030500000200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704BC7-2706-89E9-CF38-8D6B882051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06947" y="252804"/>
            <a:ext cx="2743200" cy="365125"/>
          </a:xfrm>
        </p:spPr>
        <p:txBody>
          <a:bodyPr/>
          <a:lstStyle>
            <a:lvl1pPr>
              <a:defRPr sz="1400" b="0" i="0">
                <a:solidFill>
                  <a:schemeClr val="bg1"/>
                </a:solidFill>
                <a:latin typeface="Fira Sans" panose="020B0503050000020004" pitchFamily="34" charset="0"/>
              </a:defRPr>
            </a:lvl1pPr>
          </a:lstStyle>
          <a:p>
            <a:fld id="{464EC075-173D-A443-BC22-022A91BFE921}" type="slidenum">
              <a:rPr lang="en-US" smtClean="0"/>
              <a:pPr/>
              <a:t>‹#›</a:t>
            </a:fld>
            <a:endParaRPr lang="en-US" sz="1400" dirty="0"/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2E298F72-736E-554A-EABF-9653ED060294}"/>
              </a:ext>
            </a:extLst>
          </p:cNvPr>
          <p:cNvSpPr/>
          <p:nvPr userDrawn="1"/>
        </p:nvSpPr>
        <p:spPr>
          <a:xfrm>
            <a:off x="838200" y="3829878"/>
            <a:ext cx="10515600" cy="1099931"/>
          </a:xfrm>
          <a:prstGeom prst="roundRect">
            <a:avLst>
              <a:gd name="adj" fmla="val 5824"/>
            </a:avLst>
          </a:prstGeom>
          <a:solidFill>
            <a:srgbClr val="FCF7EF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0" i="0" dirty="0">
                <a:solidFill>
                  <a:schemeClr val="tx1"/>
                </a:solidFill>
                <a:latin typeface="Fira Sans" panose="020B0503050000020004" pitchFamily="34" charset="0"/>
              </a:rPr>
              <a:t>Put</a:t>
            </a:r>
            <a:r>
              <a:rPr lang="zh-CN" altLang="en-US" sz="2800" b="0" i="0" dirty="0">
                <a:solidFill>
                  <a:schemeClr val="tx1"/>
                </a:solidFill>
                <a:latin typeface="Fira Sans" panose="020B0503050000020004" pitchFamily="34" charset="0"/>
              </a:rPr>
              <a:t> </a:t>
            </a:r>
            <a:r>
              <a:rPr lang="en-US" altLang="zh-CN" sz="2800" b="0" i="0" dirty="0">
                <a:solidFill>
                  <a:schemeClr val="tx1"/>
                </a:solidFill>
                <a:latin typeface="Fira Sans" panose="020B0503050000020004" pitchFamily="34" charset="0"/>
              </a:rPr>
              <a:t>some</a:t>
            </a:r>
            <a:r>
              <a:rPr lang="zh-CN" altLang="en-US" sz="2800" b="0" i="0" dirty="0">
                <a:solidFill>
                  <a:schemeClr val="tx1"/>
                </a:solidFill>
                <a:latin typeface="Fira Sans" panose="020B0503050000020004" pitchFamily="34" charset="0"/>
              </a:rPr>
              <a:t> </a:t>
            </a:r>
            <a:r>
              <a:rPr lang="en-US" altLang="zh-CN" sz="2800" b="0" i="0" dirty="0">
                <a:solidFill>
                  <a:schemeClr val="tx1"/>
                </a:solidFill>
                <a:latin typeface="Fira Sans" panose="020B0503050000020004" pitchFamily="34" charset="0"/>
              </a:rPr>
              <a:t>question</a:t>
            </a:r>
            <a:r>
              <a:rPr lang="zh-CN" altLang="en-US" sz="2800" b="0" i="0" dirty="0">
                <a:solidFill>
                  <a:schemeClr val="tx1"/>
                </a:solidFill>
                <a:latin typeface="Fira Sans" panose="020B0503050000020004" pitchFamily="34" charset="0"/>
              </a:rPr>
              <a:t> </a:t>
            </a:r>
            <a:r>
              <a:rPr lang="en-US" altLang="zh-CN" sz="2800" b="0" i="0" dirty="0">
                <a:solidFill>
                  <a:schemeClr val="tx1"/>
                </a:solidFill>
                <a:latin typeface="Fira Sans" panose="020B0503050000020004" pitchFamily="34" charset="0"/>
              </a:rPr>
              <a:t>or</a:t>
            </a:r>
            <a:r>
              <a:rPr lang="zh-CN" altLang="en-US" sz="2800" b="0" i="0" dirty="0">
                <a:solidFill>
                  <a:schemeClr val="tx1"/>
                </a:solidFill>
                <a:latin typeface="Fira Sans" panose="020B0503050000020004" pitchFamily="34" charset="0"/>
              </a:rPr>
              <a:t> </a:t>
            </a:r>
            <a:r>
              <a:rPr lang="en-US" altLang="zh-CN" sz="2800" b="0" i="0" dirty="0">
                <a:solidFill>
                  <a:schemeClr val="tx1"/>
                </a:solidFill>
                <a:latin typeface="Fira Sans" panose="020B0503050000020004" pitchFamily="34" charset="0"/>
              </a:rPr>
              <a:t>conclusion</a:t>
            </a:r>
            <a:r>
              <a:rPr lang="zh-CN" altLang="en-US" sz="2800" b="0" i="0" dirty="0">
                <a:solidFill>
                  <a:schemeClr val="tx1"/>
                </a:solidFill>
                <a:latin typeface="Fira Sans" panose="020B0503050000020004" pitchFamily="34" charset="0"/>
              </a:rPr>
              <a:t> </a:t>
            </a:r>
            <a:r>
              <a:rPr lang="en-US" altLang="zh-CN" sz="2800" b="0" i="0" dirty="0">
                <a:solidFill>
                  <a:schemeClr val="tx1"/>
                </a:solidFill>
                <a:latin typeface="Fira Sans" panose="020B0503050000020004" pitchFamily="34" charset="0"/>
              </a:rPr>
              <a:t>take</a:t>
            </a:r>
            <a:r>
              <a:rPr lang="zh-CN" altLang="en-US" sz="2800" b="0" i="0" dirty="0">
                <a:solidFill>
                  <a:schemeClr val="tx1"/>
                </a:solidFill>
                <a:latin typeface="Fira Sans" panose="020B0503050000020004" pitchFamily="34" charset="0"/>
              </a:rPr>
              <a:t> </a:t>
            </a:r>
            <a:r>
              <a:rPr lang="en-US" altLang="zh-CN" sz="2800" b="0" i="0" dirty="0">
                <a:solidFill>
                  <a:schemeClr val="tx1"/>
                </a:solidFill>
                <a:latin typeface="Fira Sans" panose="020B0503050000020004" pitchFamily="34" charset="0"/>
              </a:rPr>
              <a:t>away</a:t>
            </a:r>
            <a:r>
              <a:rPr lang="zh-CN" altLang="en-US" sz="2800" b="0" i="0" dirty="0">
                <a:solidFill>
                  <a:schemeClr val="tx1"/>
                </a:solidFill>
                <a:latin typeface="Fira Sans" panose="020B0503050000020004" pitchFamily="34" charset="0"/>
              </a:rPr>
              <a:t> </a:t>
            </a:r>
            <a:r>
              <a:rPr lang="en-US" altLang="zh-CN" sz="2800" b="0" i="0" dirty="0">
                <a:solidFill>
                  <a:schemeClr val="tx1"/>
                </a:solidFill>
                <a:latin typeface="Fira Sans" panose="020B0503050000020004" pitchFamily="34" charset="0"/>
              </a:rPr>
              <a:t>here</a:t>
            </a:r>
            <a:endParaRPr lang="en-US" sz="2800" b="0" i="0" dirty="0">
              <a:solidFill>
                <a:schemeClr val="tx1"/>
              </a:solidFill>
              <a:latin typeface="Fira Sans" panose="020B05030500000200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158330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9C46A9-46F4-C9A7-82FF-2916D5C887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2862262"/>
            <a:ext cx="10515600" cy="1133475"/>
          </a:xfrm>
        </p:spPr>
        <p:txBody>
          <a:bodyPr anchor="b"/>
          <a:lstStyle>
            <a:lvl1pPr>
              <a:defRPr sz="6000" b="0" i="0">
                <a:latin typeface="Fira Sans Medium" panose="020B0503050000020004" pitchFamily="34" charset="0"/>
              </a:defRPr>
            </a:lvl1pPr>
          </a:lstStyle>
          <a:p>
            <a:r>
              <a:rPr lang="en-US" altLang="zh-CN" dirty="0"/>
              <a:t>This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section</a:t>
            </a:r>
            <a:r>
              <a:rPr lang="zh-CN" altLang="en-US" dirty="0"/>
              <a:t> </a:t>
            </a:r>
            <a:r>
              <a:rPr lang="en-US" altLang="zh-CN" dirty="0"/>
              <a:t>title</a:t>
            </a:r>
            <a:r>
              <a:rPr lang="zh-CN" altLang="en-US" dirty="0"/>
              <a:t> </a:t>
            </a:r>
            <a:r>
              <a:rPr lang="en-US" altLang="zh-CN" dirty="0"/>
              <a:t>slide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97EEC1-59F3-A576-E6DD-EAAC06F9FF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9A241-7C05-4C41-9356-EEC56A1C4DB6}" type="datetime1">
              <a:rPr lang="en-US" smtClean="0"/>
              <a:t>7/8/26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8FDCF8-EA99-DCBB-F8EB-AD49F1397E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5DC716-89F7-9335-9964-7ED1A4AF62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4EC075-173D-A443-BC22-022A91BFE921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F06E484-45C6-D0B3-8FAA-70D05BFD1DD4}"/>
              </a:ext>
            </a:extLst>
          </p:cNvPr>
          <p:cNvSpPr/>
          <p:nvPr userDrawn="1"/>
        </p:nvSpPr>
        <p:spPr>
          <a:xfrm>
            <a:off x="4416984" y="4041120"/>
            <a:ext cx="6858000" cy="45720"/>
          </a:xfrm>
          <a:prstGeom prst="rect">
            <a:avLst/>
          </a:prstGeom>
          <a:solidFill>
            <a:srgbClr val="ACBDD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B348CBA-5C39-9F38-0D7A-D349568649D3}"/>
              </a:ext>
            </a:extLst>
          </p:cNvPr>
          <p:cNvSpPr/>
          <p:nvPr userDrawn="1"/>
        </p:nvSpPr>
        <p:spPr>
          <a:xfrm>
            <a:off x="838200" y="4041120"/>
            <a:ext cx="3578785" cy="45720"/>
          </a:xfrm>
          <a:prstGeom prst="rect">
            <a:avLst/>
          </a:prstGeom>
          <a:solidFill>
            <a:srgbClr val="3059A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54BDCBCA-1C46-4247-C635-47CC1C9FC22E}"/>
              </a:ext>
            </a:extLst>
          </p:cNvPr>
          <p:cNvSpPr txBox="1">
            <a:spLocks/>
          </p:cNvSpPr>
          <p:nvPr userDrawn="1"/>
        </p:nvSpPr>
        <p:spPr>
          <a:xfrm>
            <a:off x="838200" y="1683404"/>
            <a:ext cx="5116483" cy="113347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0" i="0" kern="1200">
                <a:solidFill>
                  <a:schemeClr val="tx1"/>
                </a:solidFill>
                <a:latin typeface="Fira Sans Medium" panose="020B0503050000020004" pitchFamily="34" charset="0"/>
                <a:ea typeface="+mj-ea"/>
                <a:cs typeface="+mj-cs"/>
              </a:defRPr>
            </a:lvl1pPr>
          </a:lstStyle>
          <a:p>
            <a:r>
              <a:rPr lang="en-US" altLang="zh-CN" sz="3600" b="0" i="1" dirty="0">
                <a:latin typeface="Fira Sans Light" panose="020B0403050000020004" pitchFamily="34" charset="0"/>
              </a:rPr>
              <a:t>Section</a:t>
            </a:r>
            <a:endParaRPr lang="en-US" sz="3200" b="0" i="1" dirty="0">
              <a:latin typeface="Fira Sans Light" panose="020B04030500000200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490108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FC1966-BDF3-1D20-0891-D3539670E9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66192"/>
            <a:ext cx="10515600" cy="226280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0B3CD0-C1E3-1921-785A-C8648085F5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4AB985-32BA-D840-987D-2B2E37B772EE}" type="datetime1">
              <a:rPr lang="en-US" smtClean="0"/>
              <a:t>7/8/26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E2C1DD-D82F-93DC-048C-157CA0E69B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7EA53D6-CB4D-5EAA-44DE-A3E474D754EA}"/>
              </a:ext>
            </a:extLst>
          </p:cNvPr>
          <p:cNvSpPr/>
          <p:nvPr userDrawn="1"/>
        </p:nvSpPr>
        <p:spPr>
          <a:xfrm>
            <a:off x="0" y="0"/>
            <a:ext cx="12192000" cy="870735"/>
          </a:xfrm>
          <a:prstGeom prst="rect">
            <a:avLst/>
          </a:prstGeom>
          <a:solidFill>
            <a:srgbClr val="3059A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Fira Sans Medium" panose="020B0503050000020004" pitchFamily="34" charset="0"/>
                <a:ea typeface="+mj-ea"/>
                <a:cs typeface="+mj-cs"/>
              </a:rPr>
              <a:t>Click to edit Master title style</a:t>
            </a:r>
            <a:endParaRPr lang="en-US" sz="1400" b="0" i="0" dirty="0">
              <a:solidFill>
                <a:schemeClr val="bg1"/>
              </a:solidFill>
              <a:latin typeface="Fira Sans Medium" panose="020B05030500000200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704BC7-2706-89E9-CF38-8D6B882051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06947" y="252804"/>
            <a:ext cx="2743200" cy="365125"/>
          </a:xfrm>
        </p:spPr>
        <p:txBody>
          <a:bodyPr/>
          <a:lstStyle>
            <a:lvl1pPr>
              <a:defRPr sz="1400" b="0" i="0">
                <a:solidFill>
                  <a:schemeClr val="bg1"/>
                </a:solidFill>
                <a:latin typeface="Fira Sans" panose="020B0503050000020004" pitchFamily="34" charset="0"/>
              </a:defRPr>
            </a:lvl1pPr>
          </a:lstStyle>
          <a:p>
            <a:fld id="{464EC075-173D-A443-BC22-022A91BFE921}" type="slidenum">
              <a:rPr lang="en-US" smtClean="0"/>
              <a:pPr/>
              <a:t>‹#›</a:t>
            </a:fld>
            <a:endParaRPr lang="en-US" sz="1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2E298F72-736E-554A-EABF-9653ED060294}"/>
                  </a:ext>
                </a:extLst>
              </p:cNvPr>
              <p:cNvSpPr/>
              <p:nvPr userDrawn="1"/>
            </p:nvSpPr>
            <p:spPr>
              <a:xfrm>
                <a:off x="3647271" y="3798085"/>
                <a:ext cx="4897458" cy="1621080"/>
              </a:xfrm>
              <a:prstGeom prst="roundRect">
                <a:avLst>
                  <a:gd name="adj" fmla="val 5824"/>
                </a:avLst>
              </a:prstGeom>
              <a:solidFill>
                <a:srgbClr val="F4F2F1"/>
              </a:solidFill>
              <a:ln w="254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3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zh-CN" sz="3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zh-CN" sz="3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3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  <m:r>
                        <a:rPr lang="en-US" altLang="zh-CN" sz="3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altLang="zh-CN" sz="3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3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zh-CN" sz="3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CN" sz="3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rad>
                          <m:r>
                            <a:rPr lang="en-US" altLang="zh-CN" sz="3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3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altLang="zh-CN" sz="3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3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altLang="zh-CN" sz="3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US" sz="3600" b="0" i="0" dirty="0">
                  <a:solidFill>
                    <a:schemeClr val="tx1"/>
                  </a:solidFill>
                  <a:latin typeface="Fira Sans" panose="020B0503050000020004" pitchFamily="34" charset="0"/>
                </a:endParaRPr>
              </a:p>
            </p:txBody>
          </p:sp>
        </mc:Choice>
        <mc:Fallback xmlns=""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2E298F72-736E-554A-EABF-9653ED06029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 userDrawn="1"/>
            </p:nvSpPr>
            <p:spPr>
              <a:xfrm>
                <a:off x="3647271" y="3798085"/>
                <a:ext cx="4897458" cy="1621080"/>
              </a:xfrm>
              <a:prstGeom prst="roundRect">
                <a:avLst>
                  <a:gd name="adj" fmla="val 5824"/>
                </a:avLst>
              </a:prstGeom>
              <a:blipFill>
                <a:blip r:embed="rId2"/>
                <a:stretch>
                  <a:fillRect/>
                </a:stretch>
              </a:blipFill>
              <a:ln w="254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757885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44CAE9D-B233-26BE-4D18-F10323F978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CB2D6D-E8D2-5669-4AB2-CA9B561136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EC5765-D2B5-EA37-5062-25FF2BE16CA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691401F-DB6C-0B4A-9712-DF64F9837A4F}" type="datetime1">
              <a:rPr lang="en-US" smtClean="0"/>
              <a:t>7/8/26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1E223C-91AD-0A20-2079-0B199EDDD8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4F8294-6EA5-1E6D-5173-14AD59B8C7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64EC075-173D-A443-BC22-022A91BFE9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72464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  <p:sldLayoutId id="2147483697" r:id="rId13"/>
    <p:sldLayoutId id="2147483698" r:id="rId14"/>
    <p:sldLayoutId id="2147483699" r:id="rId15"/>
    <p:sldLayoutId id="2147483700" r:id="rId16"/>
    <p:sldLayoutId id="2147483650" r:id="rId17"/>
    <p:sldLayoutId id="2147483664" r:id="rId18"/>
    <p:sldLayoutId id="2147483660" r:id="rId19"/>
    <p:sldLayoutId id="2147483661" r:id="rId20"/>
    <p:sldLayoutId id="2147483662" r:id="rId21"/>
    <p:sldLayoutId id="2147483651" r:id="rId22"/>
    <p:sldLayoutId id="2147483663" r:id="rId23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>
          <a:solidFill>
            <a:schemeClr val="tx1"/>
          </a:solidFill>
          <a:latin typeface="Fira Sans" panose="020B05030500000200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Fira Sans" panose="020B05030500000200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Fira Sans" panose="020B05030500000200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Fira Sans" panose="020B05030500000200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Fira Sans" panose="020B05030500000200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Fira Sans" panose="020B05030500000200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418B1F-0C3D-C87E-2830-027CA12662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199" y="1071564"/>
            <a:ext cx="10913533" cy="2387600"/>
          </a:xfrm>
        </p:spPr>
        <p:txBody>
          <a:bodyPr/>
          <a:lstStyle/>
          <a:p>
            <a:r>
              <a:rPr lang="en-US" altLang="zh-CN" dirty="0">
                <a:solidFill>
                  <a:schemeClr val="tx1"/>
                </a:solidFill>
                <a:latin typeface="Fira Sans Medium" panose="020B0503050000020004" pitchFamily="34" charset="0"/>
              </a:rPr>
              <a:t>Lab</a:t>
            </a:r>
            <a:r>
              <a:rPr lang="zh-CN" altLang="en-US" dirty="0">
                <a:solidFill>
                  <a:schemeClr val="tx1"/>
                </a:solidFill>
                <a:latin typeface="Fira Sans Medium" panose="020B0503050000020004" pitchFamily="34" charset="0"/>
              </a:rPr>
              <a:t> </a:t>
            </a:r>
            <a:r>
              <a:rPr lang="en-US" altLang="zh-CN" dirty="0">
                <a:solidFill>
                  <a:schemeClr val="tx1"/>
                </a:solidFill>
                <a:latin typeface="Fira Sans Medium" panose="020B0503050000020004" pitchFamily="34" charset="0"/>
              </a:rPr>
              <a:t>4:</a:t>
            </a:r>
            <a:r>
              <a:rPr lang="zh-CN" altLang="en-US" dirty="0">
                <a:solidFill>
                  <a:schemeClr val="tx1"/>
                </a:solidFill>
                <a:latin typeface="Fira Sans Medium" panose="020B0503050000020004" pitchFamily="34" charset="0"/>
              </a:rPr>
              <a:t> </a:t>
            </a:r>
            <a:r>
              <a:rPr lang="en-US" altLang="zh-CN" dirty="0">
                <a:solidFill>
                  <a:schemeClr val="tx1"/>
                </a:solidFill>
                <a:latin typeface="Fira Sans Medium" panose="020B0503050000020004" pitchFamily="34" charset="0"/>
              </a:rPr>
              <a:t>IMU Activity and Gesture Recognition </a:t>
            </a:r>
            <a:endParaRPr lang="en-US" dirty="0">
              <a:solidFill>
                <a:schemeClr val="tx1"/>
              </a:solidFill>
              <a:latin typeface="Fira Sans Medium" panose="020B05030500000200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CB8BB1B-2E64-983B-C4E1-73953863D15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/>
              <a:t>Shanmu</a:t>
            </a:r>
            <a:r>
              <a:rPr lang="zh-CN" altLang="en-US" dirty="0"/>
              <a:t> </a:t>
            </a:r>
            <a:r>
              <a:rPr lang="en-US" altLang="zh-CN" dirty="0"/>
              <a:t>Wang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8221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22D0EFD-1413-7C6B-4209-5D33D7A6A9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Human motion → IMU sensor → ESP32 → USB serial → Python → plots/classifier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FD8A27E-EFEA-5598-F87A-8B34EA3B4C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91401F-DB6C-0B4A-9712-DF64F9837A4F}" type="datetime1">
              <a:rPr lang="en-US" smtClean="0"/>
              <a:t>7/8/26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B61AEE-FB34-D9E7-FF19-E219CDD3F4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4EC075-173D-A443-BC22-022A91BFE921}" type="slidenum">
              <a:rPr lang="en-US" smtClean="0"/>
              <a:t>2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2FB5C3A-3286-1C4D-CD71-62B949C0B5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Big Picture: What Are We Building?</a:t>
            </a:r>
          </a:p>
        </p:txBody>
      </p:sp>
    </p:spTree>
    <p:extLst>
      <p:ext uri="{BB962C8B-B14F-4D97-AF65-F5344CB8AC3E}">
        <p14:creationId xmlns:p14="http://schemas.microsoft.com/office/powerpoint/2010/main" val="37807478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2764CBC-193F-4598-047C-A2BE47F9A6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IMU = Inertial Measurement Unit</a:t>
            </a:r>
          </a:p>
          <a:p>
            <a:r>
              <a:rPr lang="en-US" dirty="0"/>
              <a:t>Measures motion without a camera</a:t>
            </a:r>
          </a:p>
          <a:p>
            <a:r>
              <a:rPr lang="en-US" dirty="0"/>
              <a:t>Common in phones, watches, drones, game controllers</a:t>
            </a:r>
          </a:p>
          <a:p>
            <a:r>
              <a:rPr lang="en-US" altLang="zh-CN" dirty="0"/>
              <a:t>Common</a:t>
            </a:r>
            <a:r>
              <a:rPr lang="zh-CN" altLang="en-US" dirty="0"/>
              <a:t> </a:t>
            </a:r>
            <a:r>
              <a:rPr lang="en-US" altLang="zh-CN" dirty="0"/>
              <a:t>applications:</a:t>
            </a:r>
          </a:p>
          <a:p>
            <a:pPr lvl="1"/>
            <a:r>
              <a:rPr lang="en-US" dirty="0"/>
              <a:t>Motion tracking</a:t>
            </a:r>
          </a:p>
          <a:p>
            <a:pPr lvl="1"/>
            <a:r>
              <a:rPr lang="en-US" dirty="0"/>
              <a:t>Vibration monitoring</a:t>
            </a:r>
          </a:p>
          <a:p>
            <a:pPr lvl="1"/>
            <a:r>
              <a:rPr lang="en-US" altLang="zh-CN" dirty="0"/>
              <a:t>…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2615287-EB56-C5E5-B5F5-2905CE70B8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91401F-DB6C-0B4A-9712-DF64F9837A4F}" type="datetime1">
              <a:rPr lang="en-US" smtClean="0"/>
              <a:t>7/8/26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2CB850-69F9-96D3-6B87-1F4173AB3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4EC075-173D-A443-BC22-022A91BFE921}" type="slidenum">
              <a:rPr lang="en-US" smtClean="0"/>
              <a:t>3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244E37E2-E3D5-FE47-92EB-F1E5E6BDBD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What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an</a:t>
            </a:r>
            <a:r>
              <a:rPr lang="zh-CN" altLang="en-US" dirty="0"/>
              <a:t> </a:t>
            </a:r>
            <a:r>
              <a:rPr lang="en-US" altLang="zh-CN" dirty="0"/>
              <a:t>IMU?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0378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>
            <a:extLst>
              <a:ext uri="{FF2B5EF4-FFF2-40B4-BE49-F238E27FC236}">
                <a16:creationId xmlns:a16="http://schemas.microsoft.com/office/drawing/2014/main" id="{870A14F8-9270-A401-73D6-7B7ECFDED16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116" t="11242" r="17281" b="19523"/>
          <a:stretch>
            <a:fillRect/>
          </a:stretch>
        </p:blipFill>
        <p:spPr bwMode="auto">
          <a:xfrm>
            <a:off x="7197936" y="2137559"/>
            <a:ext cx="4752211" cy="3657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17A710CC-1F66-C1CB-E82B-9706352DD0F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1" y="1166192"/>
                <a:ext cx="6940138" cy="5010772"/>
              </a:xfrm>
            </p:spPr>
            <p:txBody>
              <a:bodyPr>
                <a:normAutofit fontScale="92500" lnSpcReduction="20000"/>
              </a:bodyPr>
              <a:lstStyle/>
              <a:p>
                <a:r>
                  <a:rPr lang="en-US" dirty="0"/>
                  <a:t>Accelerometer: acceleration along x/y/z</a:t>
                </a:r>
              </a:p>
              <a:p>
                <a:r>
                  <a:rPr lang="en-US" dirty="0"/>
                  <a:t>Gyroscope: rotation speed around x/y/z</a:t>
                </a:r>
              </a:p>
              <a:p>
                <a:r>
                  <a:rPr lang="en-US" dirty="0"/>
                  <a:t>Total: 6 channels</a:t>
                </a:r>
              </a:p>
              <a:p>
                <a:endParaRPr lang="en-US" altLang="en-US" dirty="0">
                  <a:latin typeface="Arial" panose="020B0604020202020204" pitchFamily="34" charset="0"/>
                </a:endParaRPr>
              </a:p>
              <a:p>
                <a:pPr marL="0" indent="0">
                  <a:buNone/>
                </a:pPr>
                <a:r>
                  <a:rPr lang="en-US" dirty="0"/>
                  <a:t>Accelerometer Intuition</a:t>
                </a:r>
                <a:r>
                  <a:rPr lang="en-US" altLang="zh-CN" dirty="0"/>
                  <a:t>:</a:t>
                </a:r>
                <a:endParaRPr lang="en-US" altLang="en-US" dirty="0">
                  <a:latin typeface="Arial" panose="020B0604020202020204" pitchFamily="34" charset="0"/>
                </a:endParaRPr>
              </a:p>
              <a:p>
                <a:r>
                  <a:rPr lang="en-US" altLang="en-US" dirty="0">
                    <a:latin typeface="Arial" panose="020B0604020202020204" pitchFamily="34" charset="0"/>
                  </a:rPr>
                  <a:t>Even when still, it sees gravity </a:t>
                </a:r>
              </a:p>
              <a:p>
                <a:r>
                  <a:rPr lang="en-US" altLang="en-US" dirty="0">
                    <a:latin typeface="Arial" panose="020B0604020202020204" pitchFamily="34" charset="0"/>
                  </a:rPr>
                  <a:t>If z-axis points up, z may read about +1g or -1g</a:t>
                </a:r>
                <a:r>
                  <a:rPr lang="zh-CN" altLang="en-US" dirty="0">
                    <a:latin typeface="Arial" panose="020B0604020202020204" pitchFamily="34" charset="0"/>
                  </a:rPr>
                  <a:t> </a:t>
                </a:r>
                <a:r>
                  <a:rPr lang="en-US" altLang="zh-CN" dirty="0">
                    <a:latin typeface="Arial" panose="020B0604020202020204" pitchFamily="34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zh-CN" b="0" i="0" dirty="0" smtClean="0">
                        <a:latin typeface="Cambria Math" panose="02040503050406030204" pitchFamily="18" charset="0"/>
                      </a:rPr>
                      <m:t>9.8</m:t>
                    </m:r>
                    <m:r>
                      <a:rPr lang="zh-CN" altLang="en-US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/</m:t>
                    </m:r>
                    <m:sSup>
                      <m:sSup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 dirty="0" err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dirty="0"/>
                  <a:t>)</a:t>
                </a: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Gyroscope Intuition</a:t>
                </a:r>
              </a:p>
              <a:p>
                <a:r>
                  <a:rPr lang="en-US" dirty="0"/>
                  <a:t>Measures angular velocity</a:t>
                </a:r>
              </a:p>
              <a:p>
                <a:r>
                  <a:rPr lang="en-US" dirty="0"/>
                  <a:t>Unit: degrees per second</a:t>
                </a:r>
              </a:p>
            </p:txBody>
          </p:sp>
        </mc:Choice>
        <mc:Fallback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17A710CC-1F66-C1CB-E82B-9706352DD0F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1" y="1166192"/>
                <a:ext cx="6940138" cy="5010772"/>
              </a:xfrm>
              <a:blipFill>
                <a:blip r:embed="rId3"/>
                <a:stretch>
                  <a:fillRect l="-1645" t="-3030" r="-3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193335-044E-37D2-BE73-DF1E0E8F54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91401F-DB6C-0B4A-9712-DF64F9837A4F}" type="datetime1">
              <a:rPr lang="en-US" smtClean="0"/>
              <a:t>7/8/26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172694-236F-C60F-B325-6E50ADC8EE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4EC075-173D-A443-BC22-022A91BFE921}" type="slidenum">
              <a:rPr lang="en-US" smtClean="0"/>
              <a:t>4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4449700-CB2E-58B0-3128-45266DFAA5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What Does Our IMU Measure?</a:t>
            </a:r>
          </a:p>
        </p:txBody>
      </p:sp>
    </p:spTree>
    <p:extLst>
      <p:ext uri="{BB962C8B-B14F-4D97-AF65-F5344CB8AC3E}">
        <p14:creationId xmlns:p14="http://schemas.microsoft.com/office/powerpoint/2010/main" val="22012609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5AC8656-CAC9-E77E-CA14-668D485306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00A1B79-ED1F-1463-0953-0A7AD2E5A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91401F-DB6C-0B4A-9712-DF64F9837A4F}" type="datetime1">
              <a:rPr lang="en-US" smtClean="0"/>
              <a:t>7/8/26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E4AE23-97CF-999D-46FC-8700E99762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4EC075-173D-A443-BC22-022A91BFE921}" type="slidenum">
              <a:rPr lang="en-US" smtClean="0"/>
              <a:t>5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0E9733B-CD8B-98F4-92E3-86300A6B52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ESP32:</a:t>
            </a:r>
            <a:r>
              <a:rPr lang="zh-CN" altLang="en-US" dirty="0"/>
              <a:t> </a:t>
            </a:r>
            <a:r>
              <a:rPr lang="en-US" altLang="zh-CN" dirty="0"/>
              <a:t>MCU</a:t>
            </a:r>
            <a:endParaRPr lang="en-US" dirty="0"/>
          </a:p>
        </p:txBody>
      </p:sp>
      <p:pic>
        <p:nvPicPr>
          <p:cNvPr id="6" name="Picture 2" descr="Marvel Studios Reportedly Moving Forward With 3 MCU Sequels">
            <a:extLst>
              <a:ext uri="{FF2B5EF4-FFF2-40B4-BE49-F238E27FC236}">
                <a16:creationId xmlns:a16="http://schemas.microsoft.com/office/drawing/2014/main" id="{BAB2AE8C-EE06-C809-4AC0-48D84A9F72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2885" y="2341881"/>
            <a:ext cx="5746230" cy="32322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739588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5BA4BD3-945A-275F-7273-626A1925C2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tiny computer for controlling hardware</a:t>
            </a:r>
          </a:p>
          <a:p>
            <a:r>
              <a:rPr lang="en-US" dirty="0"/>
              <a:t>Has CPU, memory, GPIO pins, timers, communication interfaces</a:t>
            </a:r>
          </a:p>
          <a:p>
            <a:endParaRPr lang="en-US" dirty="0"/>
          </a:p>
          <a:p>
            <a:r>
              <a:rPr lang="en-US" dirty="0"/>
              <a:t>ESP32 as Our MCU</a:t>
            </a:r>
          </a:p>
          <a:p>
            <a:pPr lvl="1"/>
            <a:r>
              <a:rPr lang="en-US" dirty="0"/>
              <a:t>Runs firmware code</a:t>
            </a:r>
          </a:p>
          <a:p>
            <a:pPr lvl="1"/>
            <a:r>
              <a:rPr lang="en-US" dirty="0"/>
              <a:t>Reads data from the </a:t>
            </a:r>
            <a:r>
              <a:rPr lang="en-US" altLang="zh-CN" dirty="0"/>
              <a:t>IMU</a:t>
            </a:r>
            <a:r>
              <a:rPr lang="zh-CN" altLang="en-US" dirty="0"/>
              <a:t> </a:t>
            </a:r>
            <a:r>
              <a:rPr lang="en-US" altLang="zh-CN" dirty="0"/>
              <a:t>sensor</a:t>
            </a:r>
          </a:p>
          <a:p>
            <a:pPr lvl="1"/>
            <a:r>
              <a:rPr lang="en-US" dirty="0"/>
              <a:t>Sends text data to laptop through USB serial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CE16E8A-8EC1-8F5C-3E6D-2DBBD93556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91401F-DB6C-0B4A-9712-DF64F9837A4F}" type="datetime1">
              <a:rPr lang="en-US" smtClean="0"/>
              <a:t>7/8/26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FB456E-EE19-B548-A510-5CB8C6374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4EC075-173D-A443-BC22-022A91BFE921}" type="slidenum">
              <a:rPr lang="en-US" smtClean="0"/>
              <a:t>6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84C276F-FADC-CA11-5D3C-8039E60D3F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MCU:</a:t>
            </a:r>
            <a:r>
              <a:rPr lang="zh-CN" altLang="en-US" dirty="0"/>
              <a:t> </a:t>
            </a:r>
            <a:r>
              <a:rPr lang="en-US" altLang="zh-CN" dirty="0"/>
              <a:t>Micro-Control</a:t>
            </a:r>
            <a:r>
              <a:rPr lang="zh-CN" altLang="en-US" dirty="0"/>
              <a:t> </a:t>
            </a:r>
            <a:r>
              <a:rPr lang="en-US" altLang="zh-CN" dirty="0"/>
              <a:t>Unit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12083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34C7FFC-89AB-8D8E-30E2-1596899A45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Sensors usually do not “print” data directly</a:t>
            </a:r>
          </a:p>
          <a:p>
            <a:r>
              <a:rPr lang="en-US" dirty="0"/>
              <a:t>MCU asks the sensor for data</a:t>
            </a:r>
          </a:p>
          <a:p>
            <a:r>
              <a:rPr lang="en-US" dirty="0"/>
              <a:t>Communication protocol: I2C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3A33AF2-852A-3E2D-5AD7-5D98161633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91401F-DB6C-0B4A-9712-DF64F9837A4F}" type="datetime1">
              <a:rPr lang="en-US" smtClean="0"/>
              <a:t>7/8/26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3C3388-0EAF-D377-6FFC-72F593A09E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4EC075-173D-A443-BC22-022A91BFE921}" type="slidenum">
              <a:rPr lang="en-US" smtClean="0"/>
              <a:t>7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E63BB24-68F5-FD4B-0B59-57B8181594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How Does ESP32 Talk to the Sensor?</a:t>
            </a:r>
          </a:p>
        </p:txBody>
      </p:sp>
    </p:spTree>
    <p:extLst>
      <p:ext uri="{BB962C8B-B14F-4D97-AF65-F5344CB8AC3E}">
        <p14:creationId xmlns:p14="http://schemas.microsoft.com/office/powerpoint/2010/main" val="29261743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EF83457-AB82-6B99-C037-3B675C0D23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66192"/>
            <a:ext cx="10937364" cy="5010772"/>
          </a:xfrm>
        </p:spPr>
        <p:txBody>
          <a:bodyPr/>
          <a:lstStyle/>
          <a:p>
            <a:r>
              <a:rPr lang="en-US" dirty="0"/>
              <a:t>Two-wire communication bus</a:t>
            </a:r>
          </a:p>
          <a:p>
            <a:r>
              <a:rPr lang="en-US" dirty="0"/>
              <a:t>SDA: data line</a:t>
            </a:r>
          </a:p>
          <a:p>
            <a:r>
              <a:rPr lang="en-US" dirty="0"/>
              <a:t>SCL: clock line</a:t>
            </a:r>
          </a:p>
          <a:p>
            <a:r>
              <a:rPr lang="en-US" dirty="0"/>
              <a:t>ESP32 controls the clock and requests data from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IMU</a:t>
            </a:r>
            <a:r>
              <a:rPr lang="zh-CN" altLang="en-US" dirty="0"/>
              <a:t> </a:t>
            </a:r>
            <a:r>
              <a:rPr lang="en-US" altLang="zh-CN" dirty="0"/>
              <a:t>sensor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6753270-8312-C833-9F6B-A2C6AC287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91401F-DB6C-0B4A-9712-DF64F9837A4F}" type="datetime1">
              <a:rPr lang="en-US" smtClean="0"/>
              <a:t>7/8/26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92D098-3155-76E2-4A78-4ABB6E812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4EC075-173D-A443-BC22-022A91BFE921}" type="slidenum">
              <a:rPr lang="en-US" smtClean="0"/>
              <a:t>8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12B5887-D759-2388-72B9-22FFAFF455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I2C:</a:t>
            </a:r>
            <a:r>
              <a:rPr lang="zh-CN" altLang="en-US" dirty="0"/>
              <a:t> </a:t>
            </a:r>
            <a:r>
              <a:rPr lang="en-US" dirty="0"/>
              <a:t>Inter-Integrated Circuit</a:t>
            </a:r>
          </a:p>
        </p:txBody>
      </p:sp>
      <p:pic>
        <p:nvPicPr>
          <p:cNvPr id="3074" name="Picture 2" descr="Basics of the I2C Communication Protocol">
            <a:extLst>
              <a:ext uri="{FF2B5EF4-FFF2-40B4-BE49-F238E27FC236}">
                <a16:creationId xmlns:a16="http://schemas.microsoft.com/office/drawing/2014/main" id="{F5937121-A38B-9C24-57A8-900796448B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3482" y="3366655"/>
            <a:ext cx="5473396" cy="26819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Practical I2C: Introduction, Implementation and Troubleshooting">
            <a:extLst>
              <a:ext uri="{FF2B5EF4-FFF2-40B4-BE49-F238E27FC236}">
                <a16:creationId xmlns:a16="http://schemas.microsoft.com/office/drawing/2014/main" id="{5705AA08-A3E4-61AC-85E9-748E537F3C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11596" y="3170896"/>
            <a:ext cx="5463968" cy="30734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026896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7085863-9187-83C8-BA95-644E9008EA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Clock tells both devices when to read/write each bit</a:t>
            </a:r>
          </a:p>
          <a:p>
            <a:r>
              <a:rPr lang="en-US" dirty="0"/>
              <a:t>Without a clock, devices may disagree about timing</a:t>
            </a:r>
          </a:p>
          <a:p>
            <a:r>
              <a:rPr lang="en-US" dirty="0"/>
              <a:t>Analogy: people passing notes at a fixed rhythm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708785-0DB9-D344-0B0E-323BF6D2F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91401F-DB6C-0B4A-9712-DF64F9837A4F}" type="datetime1">
              <a:rPr lang="en-US" smtClean="0"/>
              <a:t>7/8/26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063BCD-C3B2-2025-BB2D-B3DC4A114C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4EC075-173D-A443-BC22-022A91BFE921}" type="slidenum">
              <a:rPr lang="en-US" smtClean="0"/>
              <a:t>9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164DFA9-3DFA-B28F-9FE9-981AE0DF3D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Why Does I2C Need a Clock?</a:t>
            </a:r>
          </a:p>
        </p:txBody>
      </p:sp>
    </p:spTree>
    <p:extLst>
      <p:ext uri="{BB962C8B-B14F-4D97-AF65-F5344CB8AC3E}">
        <p14:creationId xmlns:p14="http://schemas.microsoft.com/office/powerpoint/2010/main" val="23376076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AAC1B17-0A27-BD46-3DD3-A5DC76FE53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After ESP32 reads IMU data, it sends text to laptop</a:t>
            </a:r>
          </a:p>
          <a:p>
            <a:r>
              <a:rPr lang="en-US" dirty="0"/>
              <a:t>USB serial behaves like a stream of characters</a:t>
            </a:r>
          </a:p>
          <a:p>
            <a:r>
              <a:rPr lang="en-US" dirty="0"/>
              <a:t>Python reads one line at a time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9CA67DE-7ACC-450E-B0BA-3C00082FAE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91401F-DB6C-0B4A-9712-DF64F9837A4F}" type="datetime1">
              <a:rPr lang="en-US" smtClean="0"/>
              <a:t>7/8/26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23C206-FC24-BEE4-7B79-DC137E904D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4EC075-173D-A443-BC22-022A91BFE921}" type="slidenum">
              <a:rPr lang="en-US" smtClean="0"/>
              <a:t>10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A0B564D-F307-36E7-766D-DB9B95BF8E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What Is Serial Port Communication?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03368797-FF45-89DD-9E0E-8B93E1F72880}"/>
              </a:ext>
            </a:extLst>
          </p:cNvPr>
          <p:cNvSpPr/>
          <p:nvPr/>
        </p:nvSpPr>
        <p:spPr>
          <a:xfrm>
            <a:off x="838200" y="3829878"/>
            <a:ext cx="10515600" cy="1099931"/>
          </a:xfrm>
          <a:prstGeom prst="roundRect">
            <a:avLst>
              <a:gd name="adj" fmla="val 5824"/>
            </a:avLst>
          </a:prstGeom>
          <a:solidFill>
            <a:srgbClr val="FCF7EF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0" i="0" dirty="0">
                <a:solidFill>
                  <a:schemeClr val="tx1"/>
                </a:solidFill>
                <a:latin typeface="Fira Sans" panose="020B0503050000020004" pitchFamily="34" charset="0"/>
              </a:rPr>
              <a:t>accel[g] x=0.012 y=-0.034 z=0.998 | gyro[</a:t>
            </a:r>
            <a:r>
              <a:rPr lang="en-US" altLang="zh-CN" sz="2400" b="0" i="0" dirty="0" err="1">
                <a:solidFill>
                  <a:schemeClr val="tx1"/>
                </a:solidFill>
                <a:latin typeface="Fira Sans" panose="020B0503050000020004" pitchFamily="34" charset="0"/>
              </a:rPr>
              <a:t>dps</a:t>
            </a:r>
            <a:r>
              <a:rPr lang="en-US" altLang="zh-CN" sz="2400" b="0" i="0" dirty="0">
                <a:solidFill>
                  <a:schemeClr val="tx1"/>
                </a:solidFill>
                <a:latin typeface="Fira Sans" panose="020B0503050000020004" pitchFamily="34" charset="0"/>
              </a:rPr>
              <a:t>] x=0.10 y=-0.20 z=0.05</a:t>
            </a:r>
          </a:p>
        </p:txBody>
      </p:sp>
    </p:spTree>
    <p:extLst>
      <p:ext uri="{BB962C8B-B14F-4D97-AF65-F5344CB8AC3E}">
        <p14:creationId xmlns:p14="http://schemas.microsoft.com/office/powerpoint/2010/main" val="3754040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6BC2902-2464-E99A-7528-00FFB89E16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/>
              <a:t>Build:</a:t>
            </a:r>
            <a:endParaRPr lang="en-US" dirty="0"/>
          </a:p>
          <a:p>
            <a:r>
              <a:rPr lang="en-US" dirty="0"/>
              <a:t>Converts human-written code into machine code</a:t>
            </a:r>
          </a:p>
          <a:p>
            <a:r>
              <a:rPr lang="en-US" dirty="0"/>
              <a:t>Source code → compiler → binary firmware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altLang="zh-CN" dirty="0"/>
              <a:t>Flash:</a:t>
            </a:r>
          </a:p>
          <a:p>
            <a:r>
              <a:rPr lang="en-US" dirty="0"/>
              <a:t>Uploads compiled firmware to ESP32 memory</a:t>
            </a:r>
          </a:p>
          <a:p>
            <a:r>
              <a:rPr lang="en-US" dirty="0"/>
              <a:t>After flashing, ESP32 runs the program by itself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50586F-7324-EE65-22B7-B58ACCEBEF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91401F-DB6C-0B4A-9712-DF64F9837A4F}" type="datetime1">
              <a:rPr lang="en-US" smtClean="0"/>
              <a:t>7/8/26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4F658B-379B-1E5B-05B1-1C1F0DF02F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4EC075-173D-A443-BC22-022A91BFE921}" type="slidenum">
              <a:rPr lang="en-US" smtClean="0"/>
              <a:t>11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929410D-D2B9-A5A0-C66B-AF5784B323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What Does Build</a:t>
            </a:r>
            <a:r>
              <a:rPr lang="zh-CN" altLang="en-US" dirty="0"/>
              <a:t> </a:t>
            </a:r>
            <a:r>
              <a:rPr lang="en-US" altLang="zh-CN" dirty="0"/>
              <a:t>&amp;</a:t>
            </a:r>
            <a:r>
              <a:rPr lang="zh-CN" altLang="en-US" dirty="0"/>
              <a:t> </a:t>
            </a:r>
            <a:r>
              <a:rPr lang="en-US" altLang="zh-CN" dirty="0"/>
              <a:t>Flash</a:t>
            </a:r>
            <a:r>
              <a:rPr lang="en-US" dirty="0"/>
              <a:t> Do?</a:t>
            </a:r>
          </a:p>
        </p:txBody>
      </p:sp>
    </p:spTree>
    <p:extLst>
      <p:ext uri="{BB962C8B-B14F-4D97-AF65-F5344CB8AC3E}">
        <p14:creationId xmlns:p14="http://schemas.microsoft.com/office/powerpoint/2010/main" val="2231149724"/>
      </p:ext>
    </p:extLst>
  </p:cSld>
  <p:clrMapOvr>
    <a:masterClrMapping/>
  </p:clrMapOvr>
</p:sld>
</file>

<file path=ppt/theme/theme1.xml><?xml version="1.0" encoding="utf-8"?>
<a:theme xmlns:a="http://schemas.openxmlformats.org/drawingml/2006/main" name="minimalist_v1">
  <a:themeElements>
    <a:clrScheme name="Blue Green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estOQE" id="{A591A92D-883D-4D40-A9DA-B9FA88986E94}" vid="{C4D8018F-C1AE-304D-9FF6-E2E58536A85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minimalist_v1</Template>
  <TotalTime>105</TotalTime>
  <Words>389</Words>
  <Application>Microsoft Macintosh PowerPoint</Application>
  <PresentationFormat>Widescreen</PresentationFormat>
  <Paragraphs>79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Aptos</vt:lpstr>
      <vt:lpstr>Arial</vt:lpstr>
      <vt:lpstr>Cambria Math</vt:lpstr>
      <vt:lpstr>Fira Sans</vt:lpstr>
      <vt:lpstr>Fira Sans Light</vt:lpstr>
      <vt:lpstr>Fira Sans Medium</vt:lpstr>
      <vt:lpstr>Fira Sans SemiBold</vt:lpstr>
      <vt:lpstr>minimalist_v1</vt:lpstr>
      <vt:lpstr>Lab 4: IMU Activity and Gesture Recognition </vt:lpstr>
      <vt:lpstr>Big Picture: What Are We Building?</vt:lpstr>
      <vt:lpstr>What is an IMU?</vt:lpstr>
      <vt:lpstr>What Does Our IMU Measure?</vt:lpstr>
      <vt:lpstr>ESP32: MCU</vt:lpstr>
      <vt:lpstr>MCU: Micro-Control Unit</vt:lpstr>
      <vt:lpstr>How Does ESP32 Talk to the Sensor?</vt:lpstr>
      <vt:lpstr>I2C: Inter-Integrated Circuit</vt:lpstr>
      <vt:lpstr>Why Does I2C Need a Clock?</vt:lpstr>
      <vt:lpstr>What Is Serial Port Communication?</vt:lpstr>
      <vt:lpstr>What Does Build &amp; Flash Do?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Shanmu Wang</dc:creator>
  <cp:lastModifiedBy>Shanmu Wang</cp:lastModifiedBy>
  <cp:revision>12</cp:revision>
  <dcterms:created xsi:type="dcterms:W3CDTF">2026-07-08T22:59:33Z</dcterms:created>
  <dcterms:modified xsi:type="dcterms:W3CDTF">2026-07-09T00:45:23Z</dcterms:modified>
</cp:coreProperties>
</file>